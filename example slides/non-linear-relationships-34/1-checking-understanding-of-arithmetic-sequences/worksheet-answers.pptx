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5B6C84F-B863-464B-BB3D-E386827D5DB7}">
  <a:tblStyle styleId="{F5B6C84F-B863-464B-BB3D-E386827D5D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9" name="Shape 269"/>
        <p:cNvGrpSpPr/>
        <p:nvPr/>
      </p:nvGrpSpPr>
      <p:grpSpPr>
        <a:xfrm>
          <a:off x="0" y="0"/>
          <a:ext cx="0" cy="0"/>
        </a:xfrm>
      </p:grpSpPr>
      <p:sp>
        <p:nvSpPr>
          <p:cNvPr id="270" name="Google Shape;270;g2b13531af32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13531af3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3" name="Shape 293"/>
        <p:cNvGrpSpPr/>
        <p:nvPr/>
      </p:nvGrpSpPr>
      <p:grpSpPr>
        <a:xfrm>
          <a:off x="0" y="0"/>
          <a:ext cx="0" cy="0"/>
        </a:xfrm>
      </p:grpSpPr>
      <p:sp>
        <p:nvSpPr>
          <p:cNvPr id="294" name="Google Shape;29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906053"/>
            <a:ext cx="54363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Label these sequences as ‘arithmetic’ or ‘not arithmetic’.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399" y="1430375"/>
            <a:ext cx="61722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Identifying arithmetic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0450" y="2241762"/>
            <a:ext cx="23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9, 13, 17, 21, 25,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918400" y="2473433"/>
            <a:ext cx="319496" cy="197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1182132" y="2469573"/>
            <a:ext cx="319496" cy="197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1445505" y="2469573"/>
            <a:ext cx="319496" cy="197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1708878" y="2469573"/>
            <a:ext cx="319496" cy="19728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89202" y="2595211"/>
            <a:ext cx="21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254288" y="2595211"/>
            <a:ext cx="21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519374" y="2595211"/>
            <a:ext cx="21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784460" y="2595211"/>
            <a:ext cx="2187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158600" y="2122650"/>
            <a:ext cx="23520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37, 31, 25, 19,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4562328" y="2441315"/>
            <a:ext cx="1318450" cy="330297"/>
            <a:chOff x="292275" y="1600423"/>
            <a:chExt cx="1914404" cy="433518"/>
          </a:xfrm>
        </p:grpSpPr>
        <p:pic>
          <p:nvPicPr>
            <p:cNvPr id="186" name="Google Shape;186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476400" y="3040535"/>
            <a:ext cx="29745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−70, −68, −66, −64, −62,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989196" y="3324647"/>
            <a:ext cx="1673572" cy="330254"/>
            <a:chOff x="292275" y="1600423"/>
            <a:chExt cx="1914404" cy="433518"/>
          </a:xfrm>
        </p:grpSpPr>
        <p:pic>
          <p:nvPicPr>
            <p:cNvPr id="196" name="Google Shape;196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0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04" name="Google Shape;204;p20"/>
          <p:cNvSpPr txBox="1"/>
          <p:nvPr/>
        </p:nvSpPr>
        <p:spPr>
          <a:xfrm>
            <a:off x="4158591" y="3020167"/>
            <a:ext cx="23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35, 31, 26, 20, 13,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4655463" y="3328164"/>
            <a:ext cx="1225219" cy="330254"/>
            <a:chOff x="292275" y="1600423"/>
            <a:chExt cx="1914404" cy="433518"/>
          </a:xfrm>
        </p:grpSpPr>
        <p:pic>
          <p:nvPicPr>
            <p:cNvPr id="206" name="Google Shape;206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0"/>
            <p:cNvSpPr txBox="1"/>
            <p:nvPr/>
          </p:nvSpPr>
          <p:spPr>
            <a:xfrm>
              <a:off x="4143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−4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8715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−5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13287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−6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1785990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−7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4" name="Google Shape;214;p20"/>
          <p:cNvSpPr txBox="1"/>
          <p:nvPr/>
        </p:nvSpPr>
        <p:spPr>
          <a:xfrm>
            <a:off x="476400" y="3930800"/>
            <a:ext cx="2832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12.6, 13.7, 14.8, 15.9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5" name="Google Shape;215;p20"/>
          <p:cNvGrpSpPr/>
          <p:nvPr/>
        </p:nvGrpSpPr>
        <p:grpSpPr>
          <a:xfrm>
            <a:off x="1034497" y="4218439"/>
            <a:ext cx="1360138" cy="330304"/>
            <a:chOff x="292275" y="1600423"/>
            <a:chExt cx="1460158" cy="433526"/>
          </a:xfrm>
        </p:grpSpPr>
        <p:pic>
          <p:nvPicPr>
            <p:cNvPr id="216" name="Google Shape;216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0"/>
            <p:cNvSpPr txBox="1"/>
            <p:nvPr/>
          </p:nvSpPr>
          <p:spPr>
            <a:xfrm>
              <a:off x="328869" y="1796950"/>
              <a:ext cx="3900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+1.1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801258" y="1796950"/>
              <a:ext cx="3900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+1.1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1273648" y="1796950"/>
              <a:ext cx="3900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+1.1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2" name="Google Shape;222;p20"/>
          <p:cNvSpPr txBox="1"/>
          <p:nvPr/>
        </p:nvSpPr>
        <p:spPr>
          <a:xfrm>
            <a:off x="4169441" y="3930800"/>
            <a:ext cx="23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 6, 12, 24, 48,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76400" y="4889607"/>
            <a:ext cx="292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4" name="Google Shape;224;p20"/>
          <p:cNvGrpSpPr/>
          <p:nvPr/>
        </p:nvGrpSpPr>
        <p:grpSpPr>
          <a:xfrm>
            <a:off x="4605658" y="4238090"/>
            <a:ext cx="1162629" cy="330297"/>
            <a:chOff x="292275" y="1600423"/>
            <a:chExt cx="1949085" cy="433518"/>
          </a:xfrm>
        </p:grpSpPr>
        <p:pic>
          <p:nvPicPr>
            <p:cNvPr id="225" name="Google Shape;225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655631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0"/>
            <p:cNvSpPr txBox="1"/>
            <p:nvPr/>
          </p:nvSpPr>
          <p:spPr>
            <a:xfrm>
              <a:off x="384389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+3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841589" y="1796941"/>
              <a:ext cx="377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+6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1268785" y="1796941"/>
              <a:ext cx="4398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+12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1801560" y="1796941"/>
              <a:ext cx="4398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+24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33" name="Google Shape;233;p20" descr="&lt;math xmlns=&quot;http://www.w3.org/1998/Math/MathML&quot; display=&quot;block&quot; data-is-equatio=&quot;1&quot; data-latex=&quot;\frac{13}{29},\frac{18}{29},\frac{23}{29},\frac{28}{29},\ ...&quot;&gt;&lt;mfrac&gt;&lt;mn&gt;13&lt;/mn&gt;&lt;mn&gt;29&lt;/mn&gt;&lt;/mfrac&gt;&lt;mo&gt;,&lt;/mo&gt;&lt;mfrac&gt;&lt;mn&gt;18&lt;/mn&gt;&lt;mn&gt;29&lt;/mn&gt;&lt;/mfrac&gt;&lt;mo&gt;,&lt;/mo&gt;&lt;mfrac&gt;&lt;mn&gt;23&lt;/mn&gt;&lt;mn&gt;29&lt;/mn&gt;&lt;/mfrac&gt;&lt;mo&gt;,&lt;/mo&gt;&lt;mfrac&gt;&lt;mn&gt;28&lt;/mn&gt;&lt;mn&gt;29&lt;/mn&gt;&lt;/mfrac&gt;&lt;mo&gt;,&lt;/mo&gt;&lt;mtext&gt;&lt;/mtext&gt;&lt;mo&gt;.&lt;/mo&gt;&lt;mo&gt;.&lt;/mo&gt;&lt;mo&gt;.&lt;/mo&gt;&lt;/math&gt;" title="13 over 29 comma 18 over 29 comma 23 over 29 comma 28 over 29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8412" y="4931495"/>
            <a:ext cx="1318417" cy="320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0"/>
          <p:cNvGrpSpPr/>
          <p:nvPr/>
        </p:nvGrpSpPr>
        <p:grpSpPr>
          <a:xfrm>
            <a:off x="888249" y="5310114"/>
            <a:ext cx="1002545" cy="216589"/>
            <a:chOff x="292275" y="1600423"/>
            <a:chExt cx="1460158" cy="314627"/>
          </a:xfrm>
        </p:grpSpPr>
        <p:pic>
          <p:nvPicPr>
            <p:cNvPr id="235" name="Google Shape;235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8" name="Google Shape;238;p20" descr="&lt;math xmlns=&quot;http://www.w3.org/1998/Math/MathML&quot; display=&quot;block&quot; data-is-equatio=&quot;1&quot; data-latex=&quot;+\frac{5}{29}&quot;&gt;&lt;mo&gt;+&lt;/mo&gt;&lt;mfrac&gt;&lt;mn&gt;5&lt;/mn&gt;&lt;mn&gt;29&lt;/mn&gt;&lt;/mfrac&gt;&lt;/math&gt;" title="positive 5 over 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4426" y="5512926"/>
            <a:ext cx="230078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&lt;math xmlns=&quot;http://www.w3.org/1998/Math/MathML&quot; display=&quot;block&quot; data-is-equatio=&quot;1&quot; data-latex=&quot;+\frac{5}{29}&quot;&gt;&lt;mo&gt;+&lt;/mo&gt;&lt;mfrac&gt;&lt;mn&gt;5&lt;/mn&gt;&lt;mn&gt;29&lt;/mn&gt;&lt;/mfrac&gt;&lt;/math&gt;" title="positive 5 over 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7976" y="5512926"/>
            <a:ext cx="230078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&lt;math xmlns=&quot;http://www.w3.org/1998/Math/MathML&quot; display=&quot;block&quot; data-is-equatio=&quot;1&quot; data-latex=&quot;+\frac{5}{29}&quot;&gt;&lt;mo&gt;+&lt;/mo&gt;&lt;mfrac&gt;&lt;mn&gt;5&lt;/mn&gt;&lt;mn&gt;29&lt;/mn&gt;&lt;/mfrac&gt;&lt;/math&gt;" title="positive 5 over 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7569" y="5512926"/>
            <a:ext cx="230078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4169441" y="4889607"/>
            <a:ext cx="292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p20" descr="&lt;math xmlns=&quot;http://www.w3.org/1998/Math/MathML&quot; display=&quot;block&quot; data-is-equatio=&quot;1&quot; data-latex=&quot;\frac{1}{2},\frac{1}{3},\frac{1}{4},\frac{1}{5},\ ...&quot;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text&gt;&lt;/mtext&gt;&lt;mo&gt;.&lt;/mo&gt;&lt;mo&gt;.&lt;/mo&gt;&lt;mo&gt;.&lt;/mo&gt;&lt;/math&gt;" title="one half comma one third comma one fourth comma one fifth comma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1009" y="4931500"/>
            <a:ext cx="1050772" cy="320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20"/>
          <p:cNvGrpSpPr/>
          <p:nvPr/>
        </p:nvGrpSpPr>
        <p:grpSpPr>
          <a:xfrm>
            <a:off x="4468535" y="5309953"/>
            <a:ext cx="810826" cy="197271"/>
            <a:chOff x="292275" y="1600423"/>
            <a:chExt cx="1460158" cy="314627"/>
          </a:xfrm>
        </p:grpSpPr>
        <p:pic>
          <p:nvPicPr>
            <p:cNvPr id="244" name="Google Shape;244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292275" y="1606461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747140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20"/>
            <p:cNvPicPr preferRelativeResize="0"/>
            <p:nvPr/>
          </p:nvPicPr>
          <p:blipFill>
            <a:blip r:embed="rId3">
              <a:alphaModFix/>
            </a:blip>
            <a:srcRect l="57225" r="18284" b="84458"/>
            <a:stretch>
              <a:fillRect/>
            </a:stretch>
          </p:blipFill>
          <p:spPr>
            <a:xfrm rot="10800000" flipH="1">
              <a:off x="1201385" y="1600423"/>
              <a:ext cx="551048" cy="30858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7" name="Google Shape;247;p20" descr="&lt;math xmlns=&quot;http://www.w3.org/1998/Math/MathML&quot; display=&quot;block&quot; data-is-equatio=&quot;1&quot; data-latex=&quot;-\frac{1}{20}&quot;&gt;&lt;mo&gt;−&lt;/mo&gt;&lt;mfrac&gt;&lt;mn&gt;1&lt;/mn&gt;&lt;mn&gt;20&lt;/mn&gt;&lt;/mfrac&gt;&lt;/math&gt;" title="negative 1 over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4113" y="5509325"/>
            <a:ext cx="220444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&lt;math xmlns=&quot;http://www.w3.org/1998/Math/MathML&quot; display=&quot;block&quot; data-is-equatio=&quot;1&quot; data-latex=&quot;-\frac{1}{12}&quot;&gt;&lt;mo&gt;−&lt;/mo&gt;&lt;mfrac&gt;&lt;mn&gt;1&lt;/mn&gt;&lt;mn&gt;12&lt;/mn&gt;&lt;/mfrac&gt;&lt;/math&gt;" title="negative 1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5568" y="5511319"/>
            <a:ext cx="218680" cy="27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&lt;math xmlns=&quot;http://www.w3.org/1998/Math/MathML&quot; display=&quot;block&quot; data-is-equatio=&quot;1&quot; data-latex=&quot;-\frac{1}{6}&quot;&gt;&lt;mo&gt;−&lt;/mo&gt;&lt;mfrac&gt;&lt;mn&gt;1&lt;/mn&gt;&lt;mn&gt;6&lt;/mn&gt;&lt;/mfrac&gt;&lt;/math&gt;" title="negative one six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38175" y="5513313"/>
            <a:ext cx="156956" cy="26922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2863425" y="2453175"/>
            <a:ext cx="7047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092675" y="2443675"/>
            <a:ext cx="10026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2881877" y="3336775"/>
            <a:ext cx="8109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097874" y="3365825"/>
            <a:ext cx="10026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arithmetic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2881875" y="4233025"/>
            <a:ext cx="7047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6097875" y="4233050"/>
            <a:ext cx="9447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arithmetic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2869650" y="5346000"/>
            <a:ext cx="7047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6089450" y="5301275"/>
            <a:ext cx="10026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arithmetic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97800" y="67017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first five terms of these three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76400" y="6205400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Checking understanding of arithmetic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0" name="Google Shape;260;p20"/>
          <p:cNvGraphicFramePr>
            <a:graphicFrameLocks noGrp="1"/>
          </p:cNvGraphicFramePr>
          <p:nvPr/>
        </p:nvGraphicFramePr>
        <p:xfrm>
          <a:off x="497799" y="7468495"/>
          <a:ext cx="2922200" cy="715750"/>
        </p:xfrm>
        <a:graphic>
          <a:graphicData uri="http://schemas.openxmlformats.org/drawingml/2006/table">
            <a:tbl>
              <a:tblPr>
                <a:noFill/>
                <a:tableStyleId>{F5B6C84F-B863-464B-BB3D-E386827D5DB7}</a:tableStyleId>
              </a:tblPr>
              <a:tblGrid>
                <a:gridCol w="1267200"/>
                <a:gridCol w="331000"/>
                <a:gridCol w="331000"/>
                <a:gridCol w="331000"/>
                <a:gridCol w="331000"/>
                <a:gridCol w="331000"/>
              </a:tblGrid>
              <a:tr h="364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20"/>
          <p:cNvSpPr txBox="1"/>
          <p:nvPr/>
        </p:nvSpPr>
        <p:spPr>
          <a:xfrm>
            <a:off x="476400" y="7012175"/>
            <a:ext cx="2940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7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2" name="Google Shape;262;p20"/>
          <p:cNvGraphicFramePr>
            <a:graphicFrameLocks noGrp="1"/>
          </p:cNvGraphicFramePr>
          <p:nvPr/>
        </p:nvGraphicFramePr>
        <p:xfrm>
          <a:off x="4144499" y="7468489"/>
          <a:ext cx="2940650" cy="715750"/>
        </p:xfrm>
        <a:graphic>
          <a:graphicData uri="http://schemas.openxmlformats.org/drawingml/2006/table">
            <a:tbl>
              <a:tblPr>
                <a:noFill/>
                <a:tableStyleId>{F5B6C84F-B863-464B-BB3D-E386827D5DB7}</a:tableStyleId>
              </a:tblPr>
              <a:tblGrid>
                <a:gridCol w="1247525"/>
                <a:gridCol w="338625"/>
                <a:gridCol w="338625"/>
                <a:gridCol w="338625"/>
                <a:gridCol w="338625"/>
                <a:gridCol w="338625"/>
              </a:tblGrid>
              <a:tr h="364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20"/>
          <p:cNvSpPr txBox="1"/>
          <p:nvPr/>
        </p:nvSpPr>
        <p:spPr>
          <a:xfrm>
            <a:off x="4140000" y="7041400"/>
            <a:ext cx="297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				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4" name="Google Shape;264;p20"/>
          <p:cNvGraphicFramePr>
            <a:graphicFrameLocks noGrp="1"/>
          </p:cNvGraphicFramePr>
          <p:nvPr/>
        </p:nvGraphicFramePr>
        <p:xfrm>
          <a:off x="460461" y="9067846"/>
          <a:ext cx="2974425" cy="688500"/>
        </p:xfrm>
        <a:graphic>
          <a:graphicData uri="http://schemas.openxmlformats.org/drawingml/2006/table">
            <a:tbl>
              <a:tblPr>
                <a:noFill/>
                <a:tableStyleId>{F5B6C84F-B863-464B-BB3D-E386827D5DB7}</a:tableStyleId>
              </a:tblPr>
              <a:tblGrid>
                <a:gridCol w="1304550"/>
                <a:gridCol w="333975"/>
                <a:gridCol w="333975"/>
                <a:gridCol w="333975"/>
                <a:gridCol w="333975"/>
                <a:gridCol w="333975"/>
              </a:tblGrid>
              <a:tr h="35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7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20"/>
          <p:cNvSpPr txBox="1"/>
          <p:nvPr/>
        </p:nvSpPr>
        <p:spPr>
          <a:xfrm>
            <a:off x="476400" y="8666050"/>
            <a:ext cx="2940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6" name="Google Shape;266;p20"/>
          <p:cNvGraphicFramePr>
            <a:graphicFrameLocks noGrp="1"/>
          </p:cNvGraphicFramePr>
          <p:nvPr/>
        </p:nvGraphicFramePr>
        <p:xfrm>
          <a:off x="4144499" y="9057654"/>
          <a:ext cx="2940650" cy="688500"/>
        </p:xfrm>
        <a:graphic>
          <a:graphicData uri="http://schemas.openxmlformats.org/drawingml/2006/table">
            <a:tbl>
              <a:tblPr>
                <a:noFill/>
                <a:tableStyleId>{F5B6C84F-B863-464B-BB3D-E386827D5DB7}</a:tableStyleId>
              </a:tblPr>
              <a:tblGrid>
                <a:gridCol w="1247525"/>
                <a:gridCol w="338625"/>
                <a:gridCol w="338625"/>
                <a:gridCol w="338625"/>
                <a:gridCol w="338625"/>
                <a:gridCol w="338625"/>
              </a:tblGrid>
              <a:tr h="35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7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20"/>
          <p:cNvSpPr txBox="1"/>
          <p:nvPr/>
        </p:nvSpPr>
        <p:spPr>
          <a:xfrm>
            <a:off x="4140000" y="8666050"/>
            <a:ext cx="2940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7 − 3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8" name="Google Shape;268;p20"/>
          <p:cNvCxnSpPr/>
          <p:nvPr/>
        </p:nvCxnSpPr>
        <p:spPr>
          <a:xfrm>
            <a:off x="474757" y="61178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476400" y="835500"/>
            <a:ext cx="6615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terms of these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76400" y="1145070"/>
            <a:ext cx="12237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76400" y="2818043"/>
            <a:ext cx="12237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2532743" y="1182876"/>
            <a:ext cx="36777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10,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 = 9(10) + 6 = 96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2532748" y="1672438"/>
            <a:ext cx="40026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50,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 = 9(50) + 6 = 456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2532748" y="2162001"/>
            <a:ext cx="40026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100,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 = 9(100) + 6 = 906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2532743" y="2850154"/>
            <a:ext cx="36777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10,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− 6 = 9(10) − 6 = 84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2532748" y="3339717"/>
            <a:ext cx="40026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50,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− 6 = 9(50) − 6 = 444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2532748" y="3829279"/>
            <a:ext cx="40026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100,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− 6 = 9(100) − 6 = 894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76400" y="4575219"/>
            <a:ext cx="13632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76400" y="6300117"/>
            <a:ext cx="1197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6 − 9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2532746" y="4549951"/>
            <a:ext cx="46041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10,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0.9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+ 0.6 = 0.9(10) + 0.6 = 9.6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2532752" y="5028803"/>
            <a:ext cx="46041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50,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0.9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+ 0.6 = 0.9(50) + 0.6 = 45.6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2532752" y="5507656"/>
            <a:ext cx="46041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100,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0.9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+ 0.6 = 0.9(100) + 0.6 = 90.6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2532751" y="6300125"/>
            <a:ext cx="45591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10,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6 − 9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6 − 9(10) = −84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2532750" y="6778975"/>
            <a:ext cx="38769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50,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6 − 9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6 − 9(50) = −444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2532750" y="7257825"/>
            <a:ext cx="42537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100,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6 − 9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6 − 9(100) = −894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>
            <a:off x="474757" y="79455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" name="Google Shape;29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6" name="Shape 296"/>
        <p:cNvGrpSpPr/>
        <p:nvPr/>
      </p:nvGrpSpPr>
      <p:grpSpPr>
        <a:xfrm>
          <a:off x="0" y="0"/>
          <a:ext cx="0" cy="0"/>
        </a:xfrm>
      </p:grpSpPr>
      <p:sp>
        <p:nvSpPr>
          <p:cNvPr id="297" name="Google Shape;297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98" name="Google Shape;298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68000" y="1300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Draw a visual representation for the first five terms of these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503225" y="896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Representations of arithmetic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468000" y="1618560"/>
            <a:ext cx="25020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7, 9, 11,13,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2844600" y="1632550"/>
            <a:ext cx="23484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13,10, 7, 4, 1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5147994" y="1558760"/>
            <a:ext cx="13608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520147" y="1963450"/>
            <a:ext cx="16194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Examples of what they might look like: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07" name="Google Shape;307;p22"/>
          <p:cNvGrpSpPr/>
          <p:nvPr/>
        </p:nvGrpSpPr>
        <p:grpSpPr>
          <a:xfrm>
            <a:off x="1110307" y="3376464"/>
            <a:ext cx="132923" cy="691960"/>
            <a:chOff x="1643666" y="3708731"/>
            <a:chExt cx="207497" cy="1080175"/>
          </a:xfrm>
        </p:grpSpPr>
        <p:grpSp>
          <p:nvGrpSpPr>
            <p:cNvPr id="308" name="Google Shape;308;p22"/>
            <p:cNvGrpSpPr/>
            <p:nvPr/>
          </p:nvGrpSpPr>
          <p:grpSpPr>
            <a:xfrm>
              <a:off x="1643666" y="4370840"/>
              <a:ext cx="204470" cy="418066"/>
              <a:chOff x="383024" y="1986354"/>
              <a:chExt cx="282300" cy="577200"/>
            </a:xfrm>
          </p:grpSpPr>
          <p:sp>
            <p:nvSpPr>
              <p:cNvPr id="309" name="Google Shape;309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0" name="Google Shape;310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1" name="Google Shape;311;p22"/>
            <p:cNvGrpSpPr/>
            <p:nvPr/>
          </p:nvGrpSpPr>
          <p:grpSpPr>
            <a:xfrm>
              <a:off x="1646693" y="3708731"/>
              <a:ext cx="204470" cy="638833"/>
              <a:chOff x="5909765" y="3434154"/>
              <a:chExt cx="282300" cy="882000"/>
            </a:xfrm>
          </p:grpSpPr>
          <p:sp>
            <p:nvSpPr>
              <p:cNvPr id="312" name="Google Shape;312;p22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" name="Google Shape;313;p22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" name="Google Shape;314;p22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15" name="Google Shape;315;p22"/>
          <p:cNvGrpSpPr/>
          <p:nvPr/>
        </p:nvGrpSpPr>
        <p:grpSpPr>
          <a:xfrm>
            <a:off x="1272501" y="3093043"/>
            <a:ext cx="132923" cy="975381"/>
            <a:chOff x="1896857" y="3266301"/>
            <a:chExt cx="207497" cy="1522605"/>
          </a:xfrm>
        </p:grpSpPr>
        <p:grpSp>
          <p:nvGrpSpPr>
            <p:cNvPr id="316" name="Google Shape;316;p22"/>
            <p:cNvGrpSpPr/>
            <p:nvPr/>
          </p:nvGrpSpPr>
          <p:grpSpPr>
            <a:xfrm>
              <a:off x="1896857" y="4370840"/>
              <a:ext cx="204470" cy="418066"/>
              <a:chOff x="383024" y="1986354"/>
              <a:chExt cx="282300" cy="577200"/>
            </a:xfrm>
          </p:grpSpPr>
          <p:sp>
            <p:nvSpPr>
              <p:cNvPr id="317" name="Google Shape;317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" name="Google Shape;318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9" name="Google Shape;319;p22"/>
            <p:cNvGrpSpPr/>
            <p:nvPr/>
          </p:nvGrpSpPr>
          <p:grpSpPr>
            <a:xfrm>
              <a:off x="1899884" y="3708731"/>
              <a:ext cx="204470" cy="638833"/>
              <a:chOff x="5909765" y="3434154"/>
              <a:chExt cx="282300" cy="882000"/>
            </a:xfrm>
          </p:grpSpPr>
          <p:sp>
            <p:nvSpPr>
              <p:cNvPr id="320" name="Google Shape;320;p22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" name="Google Shape;321;p22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2" name="Google Shape;322;p22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23" name="Google Shape;323;p22"/>
            <p:cNvGrpSpPr/>
            <p:nvPr/>
          </p:nvGrpSpPr>
          <p:grpSpPr>
            <a:xfrm>
              <a:off x="1896857" y="3266301"/>
              <a:ext cx="204470" cy="418066"/>
              <a:chOff x="383024" y="1986354"/>
              <a:chExt cx="282300" cy="577200"/>
            </a:xfrm>
          </p:grpSpPr>
          <p:sp>
            <p:nvSpPr>
              <p:cNvPr id="324" name="Google Shape;324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5" name="Google Shape;325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26" name="Google Shape;326;p22"/>
          <p:cNvGrpSpPr/>
          <p:nvPr/>
        </p:nvGrpSpPr>
        <p:grpSpPr>
          <a:xfrm>
            <a:off x="1438074" y="2811233"/>
            <a:ext cx="132923" cy="1257191"/>
            <a:chOff x="2155322" y="2826385"/>
            <a:chExt cx="207497" cy="1962521"/>
          </a:xfrm>
        </p:grpSpPr>
        <p:grpSp>
          <p:nvGrpSpPr>
            <p:cNvPr id="327" name="Google Shape;327;p22"/>
            <p:cNvGrpSpPr/>
            <p:nvPr/>
          </p:nvGrpSpPr>
          <p:grpSpPr>
            <a:xfrm>
              <a:off x="2158350" y="3708731"/>
              <a:ext cx="204470" cy="638833"/>
              <a:chOff x="5909765" y="3434154"/>
              <a:chExt cx="282300" cy="882000"/>
            </a:xfrm>
          </p:grpSpPr>
          <p:sp>
            <p:nvSpPr>
              <p:cNvPr id="328" name="Google Shape;328;p22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" name="Google Shape;329;p22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" name="Google Shape;330;p22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31" name="Google Shape;331;p22"/>
            <p:cNvGrpSpPr/>
            <p:nvPr/>
          </p:nvGrpSpPr>
          <p:grpSpPr>
            <a:xfrm>
              <a:off x="2155322" y="3266301"/>
              <a:ext cx="204470" cy="418066"/>
              <a:chOff x="383024" y="1986354"/>
              <a:chExt cx="282300" cy="577200"/>
            </a:xfrm>
          </p:grpSpPr>
          <p:sp>
            <p:nvSpPr>
              <p:cNvPr id="332" name="Google Shape;332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3" name="Google Shape;333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34" name="Google Shape;334;p22"/>
            <p:cNvGrpSpPr/>
            <p:nvPr/>
          </p:nvGrpSpPr>
          <p:grpSpPr>
            <a:xfrm>
              <a:off x="2155322" y="4370840"/>
              <a:ext cx="204470" cy="418066"/>
              <a:chOff x="383024" y="1986354"/>
              <a:chExt cx="282300" cy="577200"/>
            </a:xfrm>
          </p:grpSpPr>
          <p:sp>
            <p:nvSpPr>
              <p:cNvPr id="335" name="Google Shape;335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6" name="Google Shape;336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37" name="Google Shape;337;p22"/>
            <p:cNvGrpSpPr/>
            <p:nvPr/>
          </p:nvGrpSpPr>
          <p:grpSpPr>
            <a:xfrm>
              <a:off x="2155322" y="2826385"/>
              <a:ext cx="204470" cy="418066"/>
              <a:chOff x="383024" y="1986354"/>
              <a:chExt cx="282300" cy="577200"/>
            </a:xfrm>
          </p:grpSpPr>
          <p:sp>
            <p:nvSpPr>
              <p:cNvPr id="338" name="Google Shape;338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9" name="Google Shape;339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40" name="Google Shape;340;p22"/>
          <p:cNvGrpSpPr/>
          <p:nvPr/>
        </p:nvGrpSpPr>
        <p:grpSpPr>
          <a:xfrm>
            <a:off x="1603647" y="2526043"/>
            <a:ext cx="132923" cy="1542381"/>
            <a:chOff x="2413788" y="2381193"/>
            <a:chExt cx="207497" cy="2407713"/>
          </a:xfrm>
        </p:grpSpPr>
        <p:grpSp>
          <p:nvGrpSpPr>
            <p:cNvPr id="341" name="Google Shape;341;p22"/>
            <p:cNvGrpSpPr/>
            <p:nvPr/>
          </p:nvGrpSpPr>
          <p:grpSpPr>
            <a:xfrm>
              <a:off x="2416816" y="3708731"/>
              <a:ext cx="204470" cy="638833"/>
              <a:chOff x="5909765" y="3434154"/>
              <a:chExt cx="282300" cy="882000"/>
            </a:xfrm>
          </p:grpSpPr>
          <p:sp>
            <p:nvSpPr>
              <p:cNvPr id="342" name="Google Shape;342;p22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3" name="Google Shape;343;p22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4" name="Google Shape;344;p22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45" name="Google Shape;345;p22"/>
            <p:cNvGrpSpPr/>
            <p:nvPr/>
          </p:nvGrpSpPr>
          <p:grpSpPr>
            <a:xfrm>
              <a:off x="2413788" y="3266301"/>
              <a:ext cx="204470" cy="418066"/>
              <a:chOff x="383024" y="1986354"/>
              <a:chExt cx="282300" cy="577200"/>
            </a:xfrm>
          </p:grpSpPr>
          <p:sp>
            <p:nvSpPr>
              <p:cNvPr id="346" name="Google Shape;346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7" name="Google Shape;347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48" name="Google Shape;348;p22"/>
            <p:cNvGrpSpPr/>
            <p:nvPr/>
          </p:nvGrpSpPr>
          <p:grpSpPr>
            <a:xfrm>
              <a:off x="2413788" y="4370840"/>
              <a:ext cx="204470" cy="418066"/>
              <a:chOff x="383024" y="1986354"/>
              <a:chExt cx="282300" cy="577200"/>
            </a:xfrm>
          </p:grpSpPr>
          <p:sp>
            <p:nvSpPr>
              <p:cNvPr id="349" name="Google Shape;349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0" name="Google Shape;350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51" name="Google Shape;351;p22"/>
            <p:cNvGrpSpPr/>
            <p:nvPr/>
          </p:nvGrpSpPr>
          <p:grpSpPr>
            <a:xfrm>
              <a:off x="2413788" y="2826385"/>
              <a:ext cx="204470" cy="418066"/>
              <a:chOff x="383024" y="1986354"/>
              <a:chExt cx="282300" cy="577200"/>
            </a:xfrm>
          </p:grpSpPr>
          <p:sp>
            <p:nvSpPr>
              <p:cNvPr id="352" name="Google Shape;352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3" name="Google Shape;353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54" name="Google Shape;354;p22"/>
            <p:cNvGrpSpPr/>
            <p:nvPr/>
          </p:nvGrpSpPr>
          <p:grpSpPr>
            <a:xfrm>
              <a:off x="2413788" y="2381193"/>
              <a:ext cx="204470" cy="418066"/>
              <a:chOff x="383024" y="1986354"/>
              <a:chExt cx="282300" cy="577200"/>
            </a:xfrm>
          </p:grpSpPr>
          <p:sp>
            <p:nvSpPr>
              <p:cNvPr id="355" name="Google Shape;355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56" name="Google Shape;356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57" name="Google Shape;357;p22"/>
          <p:cNvGrpSpPr/>
          <p:nvPr/>
        </p:nvGrpSpPr>
        <p:grpSpPr>
          <a:xfrm>
            <a:off x="1771923" y="2240854"/>
            <a:ext cx="132923" cy="1827570"/>
            <a:chOff x="2676474" y="1936002"/>
            <a:chExt cx="207497" cy="2852904"/>
          </a:xfrm>
        </p:grpSpPr>
        <p:grpSp>
          <p:nvGrpSpPr>
            <p:cNvPr id="358" name="Google Shape;358;p22"/>
            <p:cNvGrpSpPr/>
            <p:nvPr/>
          </p:nvGrpSpPr>
          <p:grpSpPr>
            <a:xfrm>
              <a:off x="2679501" y="3708731"/>
              <a:ext cx="204470" cy="638833"/>
              <a:chOff x="5909765" y="3434154"/>
              <a:chExt cx="282300" cy="882000"/>
            </a:xfrm>
          </p:grpSpPr>
          <p:sp>
            <p:nvSpPr>
              <p:cNvPr id="359" name="Google Shape;359;p22"/>
              <p:cNvSpPr/>
              <p:nvPr/>
            </p:nvSpPr>
            <p:spPr>
              <a:xfrm>
                <a:off x="5909765" y="3434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0" name="Google Shape;360;p22"/>
              <p:cNvSpPr/>
              <p:nvPr/>
            </p:nvSpPr>
            <p:spPr>
              <a:xfrm>
                <a:off x="5909765" y="37389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1" name="Google Shape;361;p22"/>
              <p:cNvSpPr/>
              <p:nvPr/>
            </p:nvSpPr>
            <p:spPr>
              <a:xfrm>
                <a:off x="5909765" y="40437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62" name="Google Shape;362;p22"/>
            <p:cNvGrpSpPr/>
            <p:nvPr/>
          </p:nvGrpSpPr>
          <p:grpSpPr>
            <a:xfrm>
              <a:off x="2676474" y="3266301"/>
              <a:ext cx="204470" cy="418066"/>
              <a:chOff x="383024" y="1986354"/>
              <a:chExt cx="282300" cy="577200"/>
            </a:xfrm>
          </p:grpSpPr>
          <p:sp>
            <p:nvSpPr>
              <p:cNvPr id="363" name="Google Shape;363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4" name="Google Shape;364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65" name="Google Shape;365;p22"/>
            <p:cNvGrpSpPr/>
            <p:nvPr/>
          </p:nvGrpSpPr>
          <p:grpSpPr>
            <a:xfrm>
              <a:off x="2676474" y="4370840"/>
              <a:ext cx="204470" cy="418066"/>
              <a:chOff x="383024" y="1986354"/>
              <a:chExt cx="282300" cy="577200"/>
            </a:xfrm>
          </p:grpSpPr>
          <p:sp>
            <p:nvSpPr>
              <p:cNvPr id="366" name="Google Shape;366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7" name="Google Shape;367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68" name="Google Shape;368;p22"/>
            <p:cNvGrpSpPr/>
            <p:nvPr/>
          </p:nvGrpSpPr>
          <p:grpSpPr>
            <a:xfrm>
              <a:off x="2676474" y="2826385"/>
              <a:ext cx="204470" cy="418066"/>
              <a:chOff x="383024" y="1986354"/>
              <a:chExt cx="282300" cy="577200"/>
            </a:xfrm>
          </p:grpSpPr>
          <p:sp>
            <p:nvSpPr>
              <p:cNvPr id="369" name="Google Shape;369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0" name="Google Shape;370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71" name="Google Shape;371;p22"/>
            <p:cNvGrpSpPr/>
            <p:nvPr/>
          </p:nvGrpSpPr>
          <p:grpSpPr>
            <a:xfrm>
              <a:off x="2676474" y="2381193"/>
              <a:ext cx="204470" cy="418066"/>
              <a:chOff x="383024" y="1986354"/>
              <a:chExt cx="282300" cy="577200"/>
            </a:xfrm>
          </p:grpSpPr>
          <p:sp>
            <p:nvSpPr>
              <p:cNvPr id="372" name="Google Shape;372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3" name="Google Shape;373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74" name="Google Shape;374;p22"/>
            <p:cNvGrpSpPr/>
            <p:nvPr/>
          </p:nvGrpSpPr>
          <p:grpSpPr>
            <a:xfrm>
              <a:off x="2676474" y="1936002"/>
              <a:ext cx="204470" cy="418066"/>
              <a:chOff x="383024" y="1986354"/>
              <a:chExt cx="282300" cy="577200"/>
            </a:xfrm>
          </p:grpSpPr>
          <p:sp>
            <p:nvSpPr>
              <p:cNvPr id="375" name="Google Shape;375;p22"/>
              <p:cNvSpPr/>
              <p:nvPr/>
            </p:nvSpPr>
            <p:spPr>
              <a:xfrm>
                <a:off x="383024" y="19863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6" name="Google Shape;376;p22"/>
              <p:cNvSpPr/>
              <p:nvPr/>
            </p:nvSpPr>
            <p:spPr>
              <a:xfrm>
                <a:off x="383024" y="2291154"/>
                <a:ext cx="282300" cy="272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77" name="Google Shape;377;p22"/>
          <p:cNvGrpSpPr/>
          <p:nvPr/>
        </p:nvGrpSpPr>
        <p:grpSpPr>
          <a:xfrm>
            <a:off x="3476496" y="2270938"/>
            <a:ext cx="133006" cy="1827635"/>
            <a:chOff x="4124274" y="1936002"/>
            <a:chExt cx="207627" cy="2853005"/>
          </a:xfrm>
        </p:grpSpPr>
        <p:grpSp>
          <p:nvGrpSpPr>
            <p:cNvPr id="378" name="Google Shape;378;p22"/>
            <p:cNvGrpSpPr/>
            <p:nvPr/>
          </p:nvGrpSpPr>
          <p:grpSpPr>
            <a:xfrm>
              <a:off x="4124274" y="3266301"/>
              <a:ext cx="207627" cy="639830"/>
              <a:chOff x="3743274" y="3266301"/>
              <a:chExt cx="207627" cy="639830"/>
            </a:xfrm>
          </p:grpSpPr>
          <p:sp>
            <p:nvSpPr>
              <p:cNvPr id="379" name="Google Shape;379;p22"/>
              <p:cNvSpPr/>
              <p:nvPr/>
            </p:nvSpPr>
            <p:spPr>
              <a:xfrm>
                <a:off x="3746301" y="3708731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0" name="Google Shape;380;p22"/>
              <p:cNvSpPr/>
              <p:nvPr/>
            </p:nvSpPr>
            <p:spPr>
              <a:xfrm>
                <a:off x="3743274" y="3266301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1" name="Google Shape;381;p22"/>
              <p:cNvSpPr/>
              <p:nvPr/>
            </p:nvSpPr>
            <p:spPr>
              <a:xfrm>
                <a:off x="3743274" y="3487068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2" name="Google Shape;382;p22"/>
            <p:cNvGrpSpPr/>
            <p:nvPr/>
          </p:nvGrpSpPr>
          <p:grpSpPr>
            <a:xfrm>
              <a:off x="4124274" y="3929497"/>
              <a:ext cx="207627" cy="638742"/>
              <a:chOff x="3743274" y="3929497"/>
              <a:chExt cx="207627" cy="638742"/>
            </a:xfrm>
          </p:grpSpPr>
          <p:sp>
            <p:nvSpPr>
              <p:cNvPr id="383" name="Google Shape;383;p22"/>
              <p:cNvSpPr/>
              <p:nvPr/>
            </p:nvSpPr>
            <p:spPr>
              <a:xfrm>
                <a:off x="3746301" y="3929497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4" name="Google Shape;384;p22"/>
              <p:cNvSpPr/>
              <p:nvPr/>
            </p:nvSpPr>
            <p:spPr>
              <a:xfrm>
                <a:off x="3746301" y="4150264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5" name="Google Shape;385;p22"/>
              <p:cNvSpPr/>
              <p:nvPr/>
            </p:nvSpPr>
            <p:spPr>
              <a:xfrm>
                <a:off x="3743274" y="4370840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86" name="Google Shape;386;p22"/>
            <p:cNvSpPr/>
            <p:nvPr/>
          </p:nvSpPr>
          <p:spPr>
            <a:xfrm>
              <a:off x="4124274" y="4591606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4124274" y="2826385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4124274" y="3047151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4124274" y="2601960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90" name="Google Shape;390;p22"/>
            <p:cNvGrpSpPr/>
            <p:nvPr/>
          </p:nvGrpSpPr>
          <p:grpSpPr>
            <a:xfrm>
              <a:off x="4124274" y="1936002"/>
              <a:ext cx="204600" cy="642591"/>
              <a:chOff x="3743274" y="1936002"/>
              <a:chExt cx="204600" cy="642591"/>
            </a:xfrm>
          </p:grpSpPr>
          <p:sp>
            <p:nvSpPr>
              <p:cNvPr id="391" name="Google Shape;391;p22"/>
              <p:cNvSpPr/>
              <p:nvPr/>
            </p:nvSpPr>
            <p:spPr>
              <a:xfrm>
                <a:off x="3743274" y="2381193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392" name="Google Shape;392;p22"/>
              <p:cNvGrpSpPr/>
              <p:nvPr/>
            </p:nvGrpSpPr>
            <p:grpSpPr>
              <a:xfrm>
                <a:off x="3743274" y="1936002"/>
                <a:ext cx="204470" cy="418066"/>
                <a:chOff x="383024" y="1986354"/>
                <a:chExt cx="282300" cy="577200"/>
              </a:xfrm>
            </p:grpSpPr>
            <p:sp>
              <p:nvSpPr>
                <p:cNvPr id="393" name="Google Shape;393;p22"/>
                <p:cNvSpPr/>
                <p:nvPr/>
              </p:nvSpPr>
              <p:spPr>
                <a:xfrm>
                  <a:off x="383024" y="1986354"/>
                  <a:ext cx="282300" cy="272400"/>
                </a:xfrm>
                <a:prstGeom prst="ellipse">
                  <a:avLst/>
                </a:prstGeom>
                <a:solidFill>
                  <a:srgbClr val="374CF1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94" name="Google Shape;394;p22"/>
                <p:cNvSpPr/>
                <p:nvPr/>
              </p:nvSpPr>
              <p:spPr>
                <a:xfrm>
                  <a:off x="383024" y="2291154"/>
                  <a:ext cx="282300" cy="272400"/>
                </a:xfrm>
                <a:prstGeom prst="ellipse">
                  <a:avLst/>
                </a:prstGeom>
                <a:solidFill>
                  <a:srgbClr val="374CF1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395" name="Google Shape;395;p22"/>
          <p:cNvGrpSpPr/>
          <p:nvPr/>
        </p:nvGrpSpPr>
        <p:grpSpPr>
          <a:xfrm>
            <a:off x="3635859" y="2697550"/>
            <a:ext cx="133006" cy="1401022"/>
            <a:chOff x="4373044" y="2601960"/>
            <a:chExt cx="207627" cy="2187047"/>
          </a:xfrm>
        </p:grpSpPr>
        <p:grpSp>
          <p:nvGrpSpPr>
            <p:cNvPr id="396" name="Google Shape;396;p22"/>
            <p:cNvGrpSpPr/>
            <p:nvPr/>
          </p:nvGrpSpPr>
          <p:grpSpPr>
            <a:xfrm>
              <a:off x="4373044" y="3266301"/>
              <a:ext cx="207627" cy="639830"/>
              <a:chOff x="3743274" y="3266301"/>
              <a:chExt cx="207627" cy="639830"/>
            </a:xfrm>
          </p:grpSpPr>
          <p:sp>
            <p:nvSpPr>
              <p:cNvPr id="397" name="Google Shape;397;p22"/>
              <p:cNvSpPr/>
              <p:nvPr/>
            </p:nvSpPr>
            <p:spPr>
              <a:xfrm>
                <a:off x="3746301" y="3708731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3743274" y="3266301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3743274" y="3487068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00" name="Google Shape;400;p22"/>
            <p:cNvGrpSpPr/>
            <p:nvPr/>
          </p:nvGrpSpPr>
          <p:grpSpPr>
            <a:xfrm>
              <a:off x="4373044" y="3929497"/>
              <a:ext cx="207627" cy="638742"/>
              <a:chOff x="3743274" y="3929497"/>
              <a:chExt cx="207627" cy="638742"/>
            </a:xfrm>
          </p:grpSpPr>
          <p:sp>
            <p:nvSpPr>
              <p:cNvPr id="401" name="Google Shape;401;p22"/>
              <p:cNvSpPr/>
              <p:nvPr/>
            </p:nvSpPr>
            <p:spPr>
              <a:xfrm>
                <a:off x="3746301" y="3929497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2" name="Google Shape;402;p22"/>
              <p:cNvSpPr/>
              <p:nvPr/>
            </p:nvSpPr>
            <p:spPr>
              <a:xfrm>
                <a:off x="3746301" y="4150264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3743274" y="4370840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04" name="Google Shape;404;p22"/>
            <p:cNvSpPr/>
            <p:nvPr/>
          </p:nvSpPr>
          <p:spPr>
            <a:xfrm>
              <a:off x="4373044" y="4591606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4373044" y="2826385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4373044" y="3047151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4373044" y="2601960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22"/>
          <p:cNvGrpSpPr/>
          <p:nvPr/>
        </p:nvGrpSpPr>
        <p:grpSpPr>
          <a:xfrm>
            <a:off x="3795221" y="3123127"/>
            <a:ext cx="133006" cy="975445"/>
            <a:chOff x="4621815" y="3266301"/>
            <a:chExt cx="207627" cy="1522705"/>
          </a:xfrm>
        </p:grpSpPr>
        <p:grpSp>
          <p:nvGrpSpPr>
            <p:cNvPr id="409" name="Google Shape;409;p22"/>
            <p:cNvGrpSpPr/>
            <p:nvPr/>
          </p:nvGrpSpPr>
          <p:grpSpPr>
            <a:xfrm>
              <a:off x="4621815" y="3266301"/>
              <a:ext cx="207627" cy="639830"/>
              <a:chOff x="3743274" y="3266301"/>
              <a:chExt cx="207627" cy="639830"/>
            </a:xfrm>
          </p:grpSpPr>
          <p:sp>
            <p:nvSpPr>
              <p:cNvPr id="410" name="Google Shape;410;p22"/>
              <p:cNvSpPr/>
              <p:nvPr/>
            </p:nvSpPr>
            <p:spPr>
              <a:xfrm>
                <a:off x="3746301" y="3708731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1" name="Google Shape;411;p22"/>
              <p:cNvSpPr/>
              <p:nvPr/>
            </p:nvSpPr>
            <p:spPr>
              <a:xfrm>
                <a:off x="3743274" y="3266301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2" name="Google Shape;412;p22"/>
              <p:cNvSpPr/>
              <p:nvPr/>
            </p:nvSpPr>
            <p:spPr>
              <a:xfrm>
                <a:off x="3743274" y="3487068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13" name="Google Shape;413;p22"/>
            <p:cNvGrpSpPr/>
            <p:nvPr/>
          </p:nvGrpSpPr>
          <p:grpSpPr>
            <a:xfrm>
              <a:off x="4621815" y="3929497"/>
              <a:ext cx="207627" cy="638742"/>
              <a:chOff x="3743274" y="3929497"/>
              <a:chExt cx="207627" cy="638742"/>
            </a:xfrm>
          </p:grpSpPr>
          <p:sp>
            <p:nvSpPr>
              <p:cNvPr id="414" name="Google Shape;414;p22"/>
              <p:cNvSpPr/>
              <p:nvPr/>
            </p:nvSpPr>
            <p:spPr>
              <a:xfrm>
                <a:off x="3746301" y="3929497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5" name="Google Shape;415;p22"/>
              <p:cNvSpPr/>
              <p:nvPr/>
            </p:nvSpPr>
            <p:spPr>
              <a:xfrm>
                <a:off x="3746301" y="4150264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6" name="Google Shape;416;p22"/>
              <p:cNvSpPr/>
              <p:nvPr/>
            </p:nvSpPr>
            <p:spPr>
              <a:xfrm>
                <a:off x="3743274" y="4370840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17" name="Google Shape;417;p22"/>
            <p:cNvSpPr/>
            <p:nvPr/>
          </p:nvSpPr>
          <p:spPr>
            <a:xfrm>
              <a:off x="4621815" y="4591606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8" name="Google Shape;418;p22"/>
          <p:cNvGrpSpPr/>
          <p:nvPr/>
        </p:nvGrpSpPr>
        <p:grpSpPr>
          <a:xfrm>
            <a:off x="3954584" y="3547971"/>
            <a:ext cx="133006" cy="550601"/>
            <a:chOff x="4870586" y="3929497"/>
            <a:chExt cx="207627" cy="859509"/>
          </a:xfrm>
        </p:grpSpPr>
        <p:grpSp>
          <p:nvGrpSpPr>
            <p:cNvPr id="419" name="Google Shape;419;p22"/>
            <p:cNvGrpSpPr/>
            <p:nvPr/>
          </p:nvGrpSpPr>
          <p:grpSpPr>
            <a:xfrm>
              <a:off x="4870586" y="3929497"/>
              <a:ext cx="207627" cy="638742"/>
              <a:chOff x="3743274" y="3929497"/>
              <a:chExt cx="207627" cy="638742"/>
            </a:xfrm>
          </p:grpSpPr>
          <p:sp>
            <p:nvSpPr>
              <p:cNvPr id="420" name="Google Shape;420;p22"/>
              <p:cNvSpPr/>
              <p:nvPr/>
            </p:nvSpPr>
            <p:spPr>
              <a:xfrm>
                <a:off x="3746301" y="3929497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1" name="Google Shape;421;p22"/>
              <p:cNvSpPr/>
              <p:nvPr/>
            </p:nvSpPr>
            <p:spPr>
              <a:xfrm>
                <a:off x="3746301" y="4150264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2" name="Google Shape;422;p22"/>
              <p:cNvSpPr/>
              <p:nvPr/>
            </p:nvSpPr>
            <p:spPr>
              <a:xfrm>
                <a:off x="3743274" y="4370840"/>
                <a:ext cx="204600" cy="197400"/>
              </a:xfrm>
              <a:prstGeom prst="ellipse">
                <a:avLst/>
              </a:prstGeom>
              <a:solidFill>
                <a:srgbClr val="374CF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23" name="Google Shape;423;p22"/>
            <p:cNvSpPr/>
            <p:nvPr/>
          </p:nvSpPr>
          <p:spPr>
            <a:xfrm>
              <a:off x="4870586" y="4591606"/>
              <a:ext cx="204600" cy="197400"/>
            </a:xfrm>
            <a:prstGeom prst="ellipse">
              <a:avLst/>
            </a:prstGeom>
            <a:solidFill>
              <a:srgbClr val="374CF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4" name="Google Shape;424;p22"/>
          <p:cNvSpPr/>
          <p:nvPr/>
        </p:nvSpPr>
        <p:spPr>
          <a:xfrm>
            <a:off x="4113898" y="3972055"/>
            <a:ext cx="131400" cy="126600"/>
          </a:xfrm>
          <a:prstGeom prst="ellipse">
            <a:avLst/>
          </a:prstGeom>
          <a:solidFill>
            <a:srgbClr val="374CF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5" name="Google Shape;425;p22"/>
          <p:cNvGraphicFramePr>
            <a:graphicFrameLocks noGrp="1"/>
          </p:cNvGraphicFramePr>
          <p:nvPr/>
        </p:nvGraphicFramePr>
        <p:xfrm>
          <a:off x="4759211" y="2333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{F5B6C84F-B863-464B-BB3D-E386827D5DB7}</a:tableStyleId>
              </a:tblPr>
              <a:tblGrid>
                <a:gridCol w="213100"/>
                <a:gridCol w="294050"/>
                <a:gridCol w="294050"/>
                <a:gridCol w="294050"/>
                <a:gridCol w="294050"/>
                <a:gridCol w="294050"/>
              </a:tblGrid>
              <a:tr h="312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426" name="Google Shape;426;p22"/>
          <p:cNvGrpSpPr/>
          <p:nvPr/>
        </p:nvGrpSpPr>
        <p:grpSpPr>
          <a:xfrm>
            <a:off x="6748139" y="3073943"/>
            <a:ext cx="115504" cy="451805"/>
            <a:chOff x="5908092" y="734470"/>
            <a:chExt cx="295181" cy="1461205"/>
          </a:xfrm>
        </p:grpSpPr>
        <p:grpSp>
          <p:nvGrpSpPr>
            <p:cNvPr id="427" name="Google Shape;427;p22"/>
            <p:cNvGrpSpPr/>
            <p:nvPr/>
          </p:nvGrpSpPr>
          <p:grpSpPr>
            <a:xfrm>
              <a:off x="5908092" y="1317031"/>
              <a:ext cx="295181" cy="878645"/>
              <a:chOff x="3627525" y="3023590"/>
              <a:chExt cx="605624" cy="1802718"/>
            </a:xfrm>
          </p:grpSpPr>
          <p:pic>
            <p:nvPicPr>
              <p:cNvPr id="428" name="Google Shape;428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9" name="Google Shape;429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0" name="Google Shape;43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1" name="Google Shape;431;p22"/>
            <p:cNvGrpSpPr/>
            <p:nvPr/>
          </p:nvGrpSpPr>
          <p:grpSpPr>
            <a:xfrm>
              <a:off x="5908092" y="734470"/>
              <a:ext cx="295181" cy="587146"/>
              <a:chOff x="3627525" y="3621658"/>
              <a:chExt cx="605624" cy="1204650"/>
            </a:xfrm>
          </p:grpSpPr>
          <p:pic>
            <p:nvPicPr>
              <p:cNvPr id="432" name="Google Shape;432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3" name="Google Shape;433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34" name="Google Shape;434;p22"/>
          <p:cNvGrpSpPr/>
          <p:nvPr/>
        </p:nvGrpSpPr>
        <p:grpSpPr>
          <a:xfrm>
            <a:off x="6748139" y="2609032"/>
            <a:ext cx="115504" cy="451805"/>
            <a:chOff x="5908092" y="734470"/>
            <a:chExt cx="295181" cy="1461205"/>
          </a:xfrm>
        </p:grpSpPr>
        <p:grpSp>
          <p:nvGrpSpPr>
            <p:cNvPr id="435" name="Google Shape;435;p22"/>
            <p:cNvGrpSpPr/>
            <p:nvPr/>
          </p:nvGrpSpPr>
          <p:grpSpPr>
            <a:xfrm>
              <a:off x="5908092" y="1317031"/>
              <a:ext cx="295181" cy="878645"/>
              <a:chOff x="3627525" y="3023590"/>
              <a:chExt cx="605624" cy="1802718"/>
            </a:xfrm>
          </p:grpSpPr>
          <p:pic>
            <p:nvPicPr>
              <p:cNvPr id="436" name="Google Shape;436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7" name="Google Shape;437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8" name="Google Shape;438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9" name="Google Shape;439;p22"/>
            <p:cNvGrpSpPr/>
            <p:nvPr/>
          </p:nvGrpSpPr>
          <p:grpSpPr>
            <a:xfrm>
              <a:off x="5908092" y="734470"/>
              <a:ext cx="295181" cy="587146"/>
              <a:chOff x="3627525" y="3621658"/>
              <a:chExt cx="605624" cy="1204650"/>
            </a:xfrm>
          </p:grpSpPr>
          <p:pic>
            <p:nvPicPr>
              <p:cNvPr id="440" name="Google Shape;44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1" name="Google Shape;441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42" name="Google Shape;442;p22"/>
          <p:cNvGrpSpPr/>
          <p:nvPr/>
        </p:nvGrpSpPr>
        <p:grpSpPr>
          <a:xfrm>
            <a:off x="6748139" y="2138617"/>
            <a:ext cx="115504" cy="451805"/>
            <a:chOff x="5908092" y="734470"/>
            <a:chExt cx="295181" cy="1461205"/>
          </a:xfrm>
        </p:grpSpPr>
        <p:grpSp>
          <p:nvGrpSpPr>
            <p:cNvPr id="443" name="Google Shape;443;p22"/>
            <p:cNvGrpSpPr/>
            <p:nvPr/>
          </p:nvGrpSpPr>
          <p:grpSpPr>
            <a:xfrm>
              <a:off x="5908092" y="1317031"/>
              <a:ext cx="295181" cy="878645"/>
              <a:chOff x="3627525" y="3023590"/>
              <a:chExt cx="605624" cy="1802718"/>
            </a:xfrm>
          </p:grpSpPr>
          <p:pic>
            <p:nvPicPr>
              <p:cNvPr id="444" name="Google Shape;444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5" name="Google Shape;445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6" name="Google Shape;446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7" name="Google Shape;447;p22"/>
            <p:cNvGrpSpPr/>
            <p:nvPr/>
          </p:nvGrpSpPr>
          <p:grpSpPr>
            <a:xfrm>
              <a:off x="5908092" y="734470"/>
              <a:ext cx="295181" cy="587146"/>
              <a:chOff x="3627525" y="3621658"/>
              <a:chExt cx="605624" cy="1204650"/>
            </a:xfrm>
          </p:grpSpPr>
          <p:pic>
            <p:nvPicPr>
              <p:cNvPr id="448" name="Google Shape;448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9" name="Google Shape;449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50" name="Google Shape;450;p22"/>
          <p:cNvSpPr txBox="1"/>
          <p:nvPr/>
        </p:nvSpPr>
        <p:spPr>
          <a:xfrm>
            <a:off x="2192275" y="3115025"/>
            <a:ext cx="10104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each case the linear structure of the sequence is revealed.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451" name="Google Shape;451;p22"/>
          <p:cNvGrpSpPr/>
          <p:nvPr/>
        </p:nvGrpSpPr>
        <p:grpSpPr>
          <a:xfrm>
            <a:off x="6305596" y="3544737"/>
            <a:ext cx="118528" cy="566284"/>
            <a:chOff x="7203570" y="3912050"/>
            <a:chExt cx="186102" cy="889125"/>
          </a:xfrm>
        </p:grpSpPr>
        <p:pic>
          <p:nvPicPr>
            <p:cNvPr id="452" name="Google Shape;452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03570" y="4657668"/>
              <a:ext cx="181359" cy="1435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3" name="Google Shape;453;p22"/>
            <p:cNvGrpSpPr/>
            <p:nvPr/>
          </p:nvGrpSpPr>
          <p:grpSpPr>
            <a:xfrm>
              <a:off x="7208342" y="3912050"/>
              <a:ext cx="181330" cy="709269"/>
              <a:chOff x="5908092" y="734470"/>
              <a:chExt cx="295181" cy="1461205"/>
            </a:xfrm>
          </p:grpSpPr>
          <p:grpSp>
            <p:nvGrpSpPr>
              <p:cNvPr id="454" name="Google Shape;454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455" name="Google Shape;455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56" name="Google Shape;456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57" name="Google Shape;457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58" name="Google Shape;458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459" name="Google Shape;459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60" name="Google Shape;460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461" name="Google Shape;461;p22"/>
          <p:cNvGrpSpPr/>
          <p:nvPr/>
        </p:nvGrpSpPr>
        <p:grpSpPr>
          <a:xfrm>
            <a:off x="6451191" y="3073979"/>
            <a:ext cx="118528" cy="1037042"/>
            <a:chOff x="7432170" y="3172910"/>
            <a:chExt cx="186102" cy="1628265"/>
          </a:xfrm>
        </p:grpSpPr>
        <p:grpSp>
          <p:nvGrpSpPr>
            <p:cNvPr id="462" name="Google Shape;462;p22"/>
            <p:cNvGrpSpPr/>
            <p:nvPr/>
          </p:nvGrpSpPr>
          <p:grpSpPr>
            <a:xfrm>
              <a:off x="7436942" y="3172910"/>
              <a:ext cx="181330" cy="709269"/>
              <a:chOff x="5908092" y="734470"/>
              <a:chExt cx="295181" cy="1461205"/>
            </a:xfrm>
          </p:grpSpPr>
          <p:grpSp>
            <p:nvGrpSpPr>
              <p:cNvPr id="463" name="Google Shape;463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464" name="Google Shape;464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65" name="Google Shape;465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66" name="Google Shape;466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67" name="Google Shape;467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468" name="Google Shape;468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69" name="Google Shape;469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470" name="Google Shape;470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32170" y="4657668"/>
              <a:ext cx="181359" cy="1435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1" name="Google Shape;471;p22"/>
            <p:cNvGrpSpPr/>
            <p:nvPr/>
          </p:nvGrpSpPr>
          <p:grpSpPr>
            <a:xfrm>
              <a:off x="7436942" y="3912050"/>
              <a:ext cx="181330" cy="709269"/>
              <a:chOff x="5908092" y="734470"/>
              <a:chExt cx="295181" cy="1461205"/>
            </a:xfrm>
          </p:grpSpPr>
          <p:grpSp>
            <p:nvGrpSpPr>
              <p:cNvPr id="472" name="Google Shape;472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473" name="Google Shape;473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74" name="Google Shape;474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75" name="Google Shape;475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76" name="Google Shape;476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477" name="Google Shape;477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78" name="Google Shape;478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479" name="Google Shape;479;p22"/>
          <p:cNvGrpSpPr/>
          <p:nvPr/>
        </p:nvGrpSpPr>
        <p:grpSpPr>
          <a:xfrm>
            <a:off x="6601640" y="2609049"/>
            <a:ext cx="118528" cy="1501972"/>
            <a:chOff x="7668390" y="2442921"/>
            <a:chExt cx="186102" cy="2358255"/>
          </a:xfrm>
        </p:grpSpPr>
        <p:grpSp>
          <p:nvGrpSpPr>
            <p:cNvPr id="480" name="Google Shape;480;p22"/>
            <p:cNvGrpSpPr/>
            <p:nvPr/>
          </p:nvGrpSpPr>
          <p:grpSpPr>
            <a:xfrm>
              <a:off x="7671010" y="3172910"/>
              <a:ext cx="181330" cy="709269"/>
              <a:chOff x="5908092" y="734470"/>
              <a:chExt cx="295181" cy="1461205"/>
            </a:xfrm>
          </p:grpSpPr>
          <p:grpSp>
            <p:nvGrpSpPr>
              <p:cNvPr id="481" name="Google Shape;481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482" name="Google Shape;482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3" name="Google Shape;483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4" name="Google Shape;484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85" name="Google Shape;485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486" name="Google Shape;486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7" name="Google Shape;487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88" name="Google Shape;488;p22"/>
            <p:cNvGrpSpPr/>
            <p:nvPr/>
          </p:nvGrpSpPr>
          <p:grpSpPr>
            <a:xfrm>
              <a:off x="7671010" y="2442921"/>
              <a:ext cx="181330" cy="709269"/>
              <a:chOff x="5908092" y="734470"/>
              <a:chExt cx="295181" cy="1461205"/>
            </a:xfrm>
          </p:grpSpPr>
          <p:grpSp>
            <p:nvGrpSpPr>
              <p:cNvPr id="489" name="Google Shape;489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490" name="Google Shape;490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91" name="Google Shape;491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92" name="Google Shape;492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93" name="Google Shape;493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494" name="Google Shape;494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95" name="Google Shape;495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496" name="Google Shape;496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68390" y="4657668"/>
              <a:ext cx="181359" cy="1435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7" name="Google Shape;497;p22"/>
            <p:cNvGrpSpPr/>
            <p:nvPr/>
          </p:nvGrpSpPr>
          <p:grpSpPr>
            <a:xfrm>
              <a:off x="7673162" y="3912050"/>
              <a:ext cx="181330" cy="709269"/>
              <a:chOff x="5908092" y="734470"/>
              <a:chExt cx="295181" cy="1461205"/>
            </a:xfrm>
          </p:grpSpPr>
          <p:grpSp>
            <p:nvGrpSpPr>
              <p:cNvPr id="498" name="Google Shape;498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499" name="Google Shape;499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0" name="Google Shape;500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1" name="Google Shape;501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502" name="Google Shape;502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503" name="Google Shape;503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4" name="Google Shape;504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id="505" name="Google Shape;5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7081" y="4019503"/>
            <a:ext cx="115504" cy="91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22"/>
          <p:cNvGrpSpPr/>
          <p:nvPr/>
        </p:nvGrpSpPr>
        <p:grpSpPr>
          <a:xfrm>
            <a:off x="6750500" y="3544683"/>
            <a:ext cx="115504" cy="451805"/>
            <a:chOff x="5908092" y="734470"/>
            <a:chExt cx="295181" cy="1461205"/>
          </a:xfrm>
        </p:grpSpPr>
        <p:grpSp>
          <p:nvGrpSpPr>
            <p:cNvPr id="507" name="Google Shape;507;p22"/>
            <p:cNvGrpSpPr/>
            <p:nvPr/>
          </p:nvGrpSpPr>
          <p:grpSpPr>
            <a:xfrm>
              <a:off x="5908092" y="1317031"/>
              <a:ext cx="295181" cy="878645"/>
              <a:chOff x="3627525" y="3023590"/>
              <a:chExt cx="605624" cy="1802718"/>
            </a:xfrm>
          </p:grpSpPr>
          <p:pic>
            <p:nvPicPr>
              <p:cNvPr id="508" name="Google Shape;508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9" name="Google Shape;509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0" name="Google Shape;51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11" name="Google Shape;511;p22"/>
            <p:cNvGrpSpPr/>
            <p:nvPr/>
          </p:nvGrpSpPr>
          <p:grpSpPr>
            <a:xfrm>
              <a:off x="5908092" y="734470"/>
              <a:ext cx="295181" cy="587146"/>
              <a:chOff x="3627525" y="3621658"/>
              <a:chExt cx="605624" cy="1204650"/>
            </a:xfrm>
          </p:grpSpPr>
          <p:pic>
            <p:nvPicPr>
              <p:cNvPr id="512" name="Google Shape;512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3" name="Google Shape;513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14" name="Google Shape;514;p22"/>
          <p:cNvGrpSpPr/>
          <p:nvPr/>
        </p:nvGrpSpPr>
        <p:grpSpPr>
          <a:xfrm>
            <a:off x="6890013" y="1668182"/>
            <a:ext cx="121346" cy="2442839"/>
            <a:chOff x="8121166" y="965661"/>
            <a:chExt cx="190526" cy="3835514"/>
          </a:xfrm>
        </p:grpSpPr>
        <p:grpSp>
          <p:nvGrpSpPr>
            <p:cNvPr id="515" name="Google Shape;515;p22"/>
            <p:cNvGrpSpPr/>
            <p:nvPr/>
          </p:nvGrpSpPr>
          <p:grpSpPr>
            <a:xfrm>
              <a:off x="8121166" y="3172910"/>
              <a:ext cx="181330" cy="709269"/>
              <a:chOff x="5908092" y="734470"/>
              <a:chExt cx="295181" cy="1461205"/>
            </a:xfrm>
          </p:grpSpPr>
          <p:grpSp>
            <p:nvGrpSpPr>
              <p:cNvPr id="516" name="Google Shape;516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517" name="Google Shape;517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18" name="Google Shape;518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19" name="Google Shape;519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520" name="Google Shape;520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521" name="Google Shape;521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22" name="Google Shape;522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23" name="Google Shape;523;p22"/>
            <p:cNvGrpSpPr/>
            <p:nvPr/>
          </p:nvGrpSpPr>
          <p:grpSpPr>
            <a:xfrm>
              <a:off x="8121166" y="2442921"/>
              <a:ext cx="181330" cy="709269"/>
              <a:chOff x="5908092" y="734470"/>
              <a:chExt cx="295181" cy="1461205"/>
            </a:xfrm>
          </p:grpSpPr>
          <p:grpSp>
            <p:nvGrpSpPr>
              <p:cNvPr id="524" name="Google Shape;524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525" name="Google Shape;525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26" name="Google Shape;526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27" name="Google Shape;527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528" name="Google Shape;528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529" name="Google Shape;529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30" name="Google Shape;530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31" name="Google Shape;531;p22"/>
            <p:cNvGrpSpPr/>
            <p:nvPr/>
          </p:nvGrpSpPr>
          <p:grpSpPr>
            <a:xfrm>
              <a:off x="8121166" y="1704291"/>
              <a:ext cx="181330" cy="709269"/>
              <a:chOff x="5908092" y="734470"/>
              <a:chExt cx="295181" cy="1461205"/>
            </a:xfrm>
          </p:grpSpPr>
          <p:grpSp>
            <p:nvGrpSpPr>
              <p:cNvPr id="532" name="Google Shape;532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533" name="Google Shape;533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34" name="Google Shape;534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35" name="Google Shape;535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536" name="Google Shape;536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537" name="Google Shape;537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38" name="Google Shape;538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39" name="Google Shape;539;p22"/>
            <p:cNvGrpSpPr/>
            <p:nvPr/>
          </p:nvGrpSpPr>
          <p:grpSpPr>
            <a:xfrm>
              <a:off x="8121166" y="965661"/>
              <a:ext cx="181330" cy="709269"/>
              <a:chOff x="5908092" y="734470"/>
              <a:chExt cx="295181" cy="1461205"/>
            </a:xfrm>
          </p:grpSpPr>
          <p:grpSp>
            <p:nvGrpSpPr>
              <p:cNvPr id="540" name="Google Shape;540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541" name="Google Shape;541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42" name="Google Shape;542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43" name="Google Shape;543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544" name="Google Shape;544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545" name="Google Shape;545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46" name="Google Shape;546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pic>
          <p:nvPicPr>
            <p:cNvPr id="547" name="Google Shape;547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25590" y="4657668"/>
              <a:ext cx="181359" cy="1435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48" name="Google Shape;548;p22"/>
            <p:cNvGrpSpPr/>
            <p:nvPr/>
          </p:nvGrpSpPr>
          <p:grpSpPr>
            <a:xfrm>
              <a:off x="8130362" y="3912050"/>
              <a:ext cx="181330" cy="709269"/>
              <a:chOff x="5908092" y="734470"/>
              <a:chExt cx="295181" cy="1461205"/>
            </a:xfrm>
          </p:grpSpPr>
          <p:grpSp>
            <p:nvGrpSpPr>
              <p:cNvPr id="549" name="Google Shape;549;p22"/>
              <p:cNvGrpSpPr/>
              <p:nvPr/>
            </p:nvGrpSpPr>
            <p:grpSpPr>
              <a:xfrm>
                <a:off x="5908092" y="1317031"/>
                <a:ext cx="295181" cy="878645"/>
                <a:chOff x="3627525" y="3023590"/>
                <a:chExt cx="605624" cy="1802718"/>
              </a:xfrm>
            </p:grpSpPr>
            <p:pic>
              <p:nvPicPr>
                <p:cNvPr id="550" name="Google Shape;550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51" name="Google Shape;551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52" name="Google Shape;552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023590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553" name="Google Shape;553;p22"/>
              <p:cNvGrpSpPr/>
              <p:nvPr/>
            </p:nvGrpSpPr>
            <p:grpSpPr>
              <a:xfrm>
                <a:off x="5908092" y="734470"/>
                <a:ext cx="295181" cy="587146"/>
                <a:chOff x="3627525" y="3621658"/>
                <a:chExt cx="605624" cy="1204650"/>
              </a:xfrm>
            </p:grpSpPr>
            <p:pic>
              <p:nvPicPr>
                <p:cNvPr id="554" name="Google Shape;554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4219725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55" name="Google Shape;555;p2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3627525" y="3621658"/>
                  <a:ext cx="605624" cy="6065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id="556" name="Google Shape;556;p22" descr="&lt;math xmlns=&quot;http://www.w3.org/1998/Math/MathML&quot; data-is-equatio=&quot;1&quot; data-equatio-url=&quot;https://equatio-api.texthelp.com/desmos/get/05-01-2024/e9d741b1-e225-4f92-bc4f-30b914aaaee8&quot; data-equatio-type=&quot;desmos&quot;&gt;&lt;mglyph src=&quot;https://equatio-api.texthelp.com/desmos/get/05-01-2024/e9d741b1-e225-4f92-bc4f-30b914aaaee8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13291" r="61638"/>
          <a:stretch>
            <a:fillRect/>
          </a:stretch>
        </p:blipFill>
        <p:spPr>
          <a:xfrm>
            <a:off x="964181" y="6482150"/>
            <a:ext cx="1127660" cy="3224692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2"/>
          <p:cNvSpPr txBox="1"/>
          <p:nvPr/>
        </p:nvSpPr>
        <p:spPr>
          <a:xfrm>
            <a:off x="476400" y="4645500"/>
            <a:ext cx="62208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Plot the first five terms of these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22"/>
          <p:cNvSpPr txBox="1"/>
          <p:nvPr/>
        </p:nvSpPr>
        <p:spPr>
          <a:xfrm>
            <a:off x="476400" y="5006325"/>
            <a:ext cx="12666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22"/>
          <p:cNvSpPr txBox="1"/>
          <p:nvPr/>
        </p:nvSpPr>
        <p:spPr>
          <a:xfrm>
            <a:off x="4139991" y="5006319"/>
            <a:ext cx="14520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10 − 3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60" name="Google Shape;560;p22"/>
          <p:cNvGraphicFramePr>
            <a:graphicFrameLocks noGrp="1"/>
          </p:cNvGraphicFramePr>
          <p:nvPr/>
        </p:nvGraphicFramePr>
        <p:xfrm>
          <a:off x="520160" y="54895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{F5B6C84F-B863-464B-BB3D-E386827D5DB7}</a:tableStyleId>
              </a:tblPr>
              <a:tblGrid>
                <a:gridCol w="265900"/>
                <a:gridCol w="366900"/>
                <a:gridCol w="366900"/>
                <a:gridCol w="366900"/>
                <a:gridCol w="366900"/>
                <a:gridCol w="366900"/>
              </a:tblGrid>
              <a:tr h="371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61" name="Google Shape;561;p22"/>
          <p:cNvSpPr txBox="1"/>
          <p:nvPr/>
        </p:nvSpPr>
        <p:spPr>
          <a:xfrm>
            <a:off x="754025" y="6595565"/>
            <a:ext cx="1515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22"/>
          <p:cNvSpPr txBox="1"/>
          <p:nvPr/>
        </p:nvSpPr>
        <p:spPr>
          <a:xfrm>
            <a:off x="2134421" y="9404939"/>
            <a:ext cx="1515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3" name="Google Shape;563;p22"/>
          <p:cNvGrpSpPr/>
          <p:nvPr/>
        </p:nvGrpSpPr>
        <p:grpSpPr>
          <a:xfrm>
            <a:off x="4733369" y="6478544"/>
            <a:ext cx="1199082" cy="3071826"/>
            <a:chOff x="6897230" y="857275"/>
            <a:chExt cx="1417858" cy="3943800"/>
          </a:xfrm>
        </p:grpSpPr>
        <p:pic>
          <p:nvPicPr>
            <p:cNvPr id="564" name="Google Shape;564;p22" descr="&lt;math xmlns=&quot;http://www.w3.org/1998/Math/MathML&quot; data-is-equatio=&quot;1&quot; data-equatio-url=&quot;https://equatio-api.texthelp.com/desmos/get/05-01-2024/ea2fb27b-4a7e-4924-8d64-39d0cdb7e15d&quot; data-equatio-type=&quot;desmos&quot;&gt;&lt;mglyph src=&quot;https://equatio-api.texthelp.com/desmos/get/05-01-2024/ea2fb27b-4a7e-4924-8d64-39d0cdb7e15d&quot; alt=&quot;Equatio Desmos Graph&quot;/&gt;&lt;/math&gt;" title="Equatio Desmos Graph"/>
            <p:cNvPicPr preferRelativeResize="0"/>
            <p:nvPr/>
          </p:nvPicPr>
          <p:blipFill>
            <a:blip r:embed="rId6">
              <a:alphaModFix/>
            </a:blip>
            <a:srcRect l="1749" r="71340"/>
            <a:stretch>
              <a:fillRect/>
            </a:stretch>
          </p:blipFill>
          <p:spPr>
            <a:xfrm>
              <a:off x="6904734" y="868262"/>
              <a:ext cx="1410354" cy="393054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65" name="Google Shape;565;p22"/>
            <p:cNvCxnSpPr/>
            <p:nvPr/>
          </p:nvCxnSpPr>
          <p:spPr>
            <a:xfrm flipH="1">
              <a:off x="7059147" y="857275"/>
              <a:ext cx="7500" cy="3943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22"/>
            <p:cNvCxnSpPr/>
            <p:nvPr/>
          </p:nvCxnSpPr>
          <p:spPr>
            <a:xfrm rot="10800000">
              <a:off x="6897230" y="3086650"/>
              <a:ext cx="1415700" cy="3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7" name="Google Shape;567;p22"/>
          <p:cNvSpPr txBox="1"/>
          <p:nvPr/>
        </p:nvSpPr>
        <p:spPr>
          <a:xfrm>
            <a:off x="4569275" y="6441767"/>
            <a:ext cx="167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22"/>
          <p:cNvSpPr txBox="1"/>
          <p:nvPr/>
        </p:nvSpPr>
        <p:spPr>
          <a:xfrm>
            <a:off x="5984925" y="8093918"/>
            <a:ext cx="1677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7031608" y="6950152"/>
            <a:ext cx="63600" cy="19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aphicFrame>
        <p:nvGraphicFramePr>
          <p:cNvPr id="570" name="Google Shape;570;p22"/>
          <p:cNvGraphicFramePr>
            <a:graphicFrameLocks noGrp="1"/>
          </p:cNvGraphicFramePr>
          <p:nvPr/>
        </p:nvGraphicFramePr>
        <p:xfrm>
          <a:off x="4154388" y="54895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{F5B6C84F-B863-464B-BB3D-E386827D5DB7}</a:tableStyleId>
              </a:tblPr>
              <a:tblGrid>
                <a:gridCol w="281150"/>
                <a:gridCol w="387925"/>
                <a:gridCol w="387925"/>
                <a:gridCol w="387925"/>
                <a:gridCol w="387925"/>
                <a:gridCol w="387925"/>
              </a:tblGrid>
              <a:tr h="371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−5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understanding of arithmetic sequences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2024-02-06T11:21:01.522</cp:lastPrinted>
  <dcterms:created xsi:type="dcterms:W3CDTF">2024-02-06T11:21:01Z</dcterms:created>
  <dcterms:modified xsi:type="dcterms:W3CDTF">2024-02-06T11:21:14Z</dcterms:modified>
</cp:coreProperties>
</file>