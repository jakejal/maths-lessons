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0B6558-70AD-416B-82D3-9BA50E9138BC}">
  <a:tblStyle styleId="{B30B6558-70AD-416B-82D3-9BA50E9138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ef6a75a1e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ef6a75a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f6a75a1e1_0_10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f6a75a1e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45f5bd7c-b178-4b2a-82a6-a57cdd0b10aa&quot; data-equatio-type=&quot;desmos&quot;&gt;&lt;mglyph src=&quot;https://equatio-api.texthelp.com/desmos/get/12-01-2024/45f5bd7c-b178-4b2a-82a6-a57cdd0b10aa&quot; alt=&quot;Equatio Desmos Graph&quot;/&gt;&lt;/math&gt;" id="161" name="Google Shape;161;p20" title="Equatio Desmos Graph"/>
          <p:cNvPicPr preferRelativeResize="0"/>
          <p:nvPr/>
        </p:nvPicPr>
        <p:blipFill rotWithShape="1">
          <a:blip r:embed="rId3">
            <a:alphaModFix/>
          </a:blip>
          <a:srcRect b="3446" l="11403" r="57893" t="0"/>
          <a:stretch/>
        </p:blipFill>
        <p:spPr>
          <a:xfrm>
            <a:off x="5253840" y="2041507"/>
            <a:ext cx="1597278" cy="32948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0"/>
          <p:cNvGraphicFramePr/>
          <p:nvPr/>
        </p:nvGraphicFramePr>
        <p:xfrm>
          <a:off x="480998" y="3083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1550575"/>
                <a:gridCol w="490525"/>
                <a:gridCol w="490525"/>
                <a:gridCol w="490525"/>
                <a:gridCol w="490525"/>
                <a:gridCol w="490525"/>
              </a:tblGrid>
              <a:tr h="43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476400" y="2001200"/>
            <a:ext cx="4179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of values and plot the geometric sequence that starts 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has a common ratio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81001" y="1411250"/>
            <a:ext cx="65625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Graphing a common ratio greater than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938821" y="5024365"/>
            <a:ext cx="1617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928132" y="1976469"/>
            <a:ext cx="212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4831" y="5552975"/>
            <a:ext cx="6562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You invest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£2000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a new tech company and your shares grow in value 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year. Calculate their value for the first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years and plot it on the graph.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741244" y="9700902"/>
            <a:ext cx="1518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288169" y="7282325"/>
            <a:ext cx="1998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468004" y="6147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369325"/>
                <a:gridCol w="781825"/>
                <a:gridCol w="781825"/>
                <a:gridCol w="781825"/>
                <a:gridCol w="781825"/>
                <a:gridCol w="781825"/>
                <a:gridCol w="781825"/>
                <a:gridCol w="781825"/>
                <a:gridCol w="781825"/>
              </a:tblGrid>
              <a:tr h="34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1-2024/11a1073b-0d59-4ee4-bb13-3386785560f2&quot; data-equatio-type=&quot;desmos&quot;&gt;&lt;mglyph src=&quot;https://equatio-api.texthelp.com/desmos/get/12-01-2024/11a1073b-0d59-4ee4-bb13-3386785560f2&quot; alt=&quot;Equatio Desmos Graph&quot;/&gt;&lt;/math&gt;" id="171" name="Google Shape;171;p20" title="Equatio Desmos Graph"/>
          <p:cNvPicPr preferRelativeResize="0"/>
          <p:nvPr/>
        </p:nvPicPr>
        <p:blipFill rotWithShape="1">
          <a:blip r:embed="rId4">
            <a:alphaModFix/>
          </a:blip>
          <a:srcRect b="2496" l="0" r="36924" t="0"/>
          <a:stretch/>
        </p:blipFill>
        <p:spPr>
          <a:xfrm>
            <a:off x="1444987" y="7372880"/>
            <a:ext cx="2241836" cy="259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351400" y="7183125"/>
            <a:ext cx="1864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To increase by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50%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 multiplier of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351400" y="7792727"/>
            <a:ext cx="2740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Round your values to the nearest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plot approximately.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447075" y="7035906"/>
            <a:ext cx="3852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×1.5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/>
          <p:nvPr/>
        </p:nvSpPr>
        <p:spPr>
          <a:xfrm flipH="1" rot="10800000">
            <a:off x="1374387" y="6678179"/>
            <a:ext cx="508200" cy="376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01-2024/85d8fcf7-004d-45b7-b841-ff36ddb21550&quot; data-equatio-type=&quot;desmos&quot;&gt;&lt;mglyph src=&quot;https://equatio-api.texthelp.com/desmos/get/12-01-2024/85d8fcf7-004d-45b7-b841-ff36ddb21550&quot; alt=&quot;Equatio Desmos Graph&quot;/&gt;&lt;/math&gt;" id="182" name="Google Shape;182;p21" title="Equatio Desmos Graph"/>
          <p:cNvPicPr preferRelativeResize="0"/>
          <p:nvPr/>
        </p:nvPicPr>
        <p:blipFill rotWithShape="1">
          <a:blip r:embed="rId3">
            <a:alphaModFix/>
          </a:blip>
          <a:srcRect b="6367" l="5694" r="60748" t="0"/>
          <a:stretch/>
        </p:blipFill>
        <p:spPr>
          <a:xfrm>
            <a:off x="5544165" y="1159290"/>
            <a:ext cx="1409808" cy="29503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476400" y="835500"/>
            <a:ext cx="6615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Sam is contemplating the shape of the graphs of geometric sequences.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6979957" y="3862855"/>
            <a:ext cx="1536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5415177" y="1208606"/>
            <a:ext cx="201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309" y="1579742"/>
            <a:ext cx="531950" cy="76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079424" y="1117350"/>
            <a:ext cx="3398426" cy="10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 flipH="1">
            <a:off x="1403849" y="1159300"/>
            <a:ext cx="2982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don’t know if the starting term affects the shape. If I use the same common ratio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start on two different numbers will I get a different shape?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9" name="Google Shape;189;p21"/>
          <p:cNvGraphicFramePr/>
          <p:nvPr/>
        </p:nvGraphicFramePr>
        <p:xfrm>
          <a:off x="476429" y="2687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265450"/>
                <a:gridCol w="411775"/>
                <a:gridCol w="411775"/>
                <a:gridCol w="411775"/>
                <a:gridCol w="411775"/>
                <a:gridCol w="4117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1"/>
          <p:cNvGraphicFramePr/>
          <p:nvPr/>
        </p:nvGraphicFramePr>
        <p:xfrm>
          <a:off x="3010311" y="2687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265450"/>
                <a:gridCol w="411775"/>
                <a:gridCol w="411775"/>
                <a:gridCol w="411775"/>
                <a:gridCol w="411775"/>
                <a:gridCol w="4117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21"/>
          <p:cNvSpPr txBox="1"/>
          <p:nvPr/>
        </p:nvSpPr>
        <p:spPr>
          <a:xfrm>
            <a:off x="476400" y="3827236"/>
            <a:ext cx="4619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common ratio to complete the tables, plot both graphs, and write a conclusion for Sam.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25" y="4340700"/>
            <a:ext cx="428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Beware, you can only plot the points approximately.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474757" y="4976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194" name="Google Shape;194;p21" title="Equatio Desmos Graph"/>
          <p:cNvPicPr preferRelativeResize="0"/>
          <p:nvPr/>
        </p:nvPicPr>
        <p:blipFill rotWithShape="1">
          <a:blip r:embed="rId6">
            <a:alphaModFix/>
          </a:blip>
          <a:srcRect b="2324" l="3174" r="57730" t="0"/>
          <a:stretch/>
        </p:blipFill>
        <p:spPr>
          <a:xfrm>
            <a:off x="5168593" y="5942401"/>
            <a:ext cx="1731732" cy="3245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8002" y="5145050"/>
            <a:ext cx="6550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Graphing a common ratio less than 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76400" y="5885159"/>
            <a:ext cx="3675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Complete the table of values and graph this geometric sequence with a common ratio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1"/>
          <p:cNvGraphicFramePr/>
          <p:nvPr/>
        </p:nvGraphicFramePr>
        <p:xfrm>
          <a:off x="476429" y="6593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419525"/>
                <a:gridCol w="733800"/>
                <a:gridCol w="733800"/>
                <a:gridCol w="733800"/>
                <a:gridCol w="733800"/>
                <a:gridCol w="73380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/>
          <p:nvPr/>
        </p:nvSpPr>
        <p:spPr>
          <a:xfrm flipH="1" rot="10800000">
            <a:off x="1271455" y="7055047"/>
            <a:ext cx="5766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99" name="Google Shape;199;p21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10572" y="6059705"/>
            <a:ext cx="94459" cy="312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3}&quot;&gt;&lt;mo&gt;×&lt;/mo&gt;&lt;mfrac&gt;&lt;mn&gt;1&lt;/mn&gt;&lt;mn&gt;3&lt;/mn&gt;&lt;/mfrac&gt;&lt;/math&gt;" id="200" name="Google Shape;200;p21" title="times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8668" y="7375921"/>
            <a:ext cx="202412" cy="31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925936" y="8853379"/>
            <a:ext cx="161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958185" y="5922747"/>
            <a:ext cx="211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146248" y="9076016"/>
            <a:ext cx="340200" cy="166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8623256"/>
            <a:ext cx="3929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geometric sequences graphically</a:t>
            </a:r>
            <a:endParaRPr/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11" name="Google Shape;211;p22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142" y="1007276"/>
            <a:ext cx="95347" cy="315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ea9a1088-a883-4701-a663-56b2270b39b4&quot; data-equatio-type=&quot;desmos&quot;&gt;&lt;mglyph src=&quot;https://equatio-api.texthelp.com/desmos/get/15-01-2024/ea9a1088-a883-4701-a663-56b2270b39b4&quot; alt=&quot;Equatio Desmos Graph&quot;/&gt;&lt;/math&gt;" id="212" name="Google Shape;212;p22" title="Equatio Desmos Graph"/>
          <p:cNvPicPr preferRelativeResize="0"/>
          <p:nvPr/>
        </p:nvPicPr>
        <p:blipFill rotWithShape="1">
          <a:blip r:embed="rId4">
            <a:alphaModFix/>
          </a:blip>
          <a:srcRect b="2324" l="3174" r="57730" t="0"/>
          <a:stretch/>
        </p:blipFill>
        <p:spPr>
          <a:xfrm>
            <a:off x="5172213" y="892787"/>
            <a:ext cx="1733068" cy="32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476400" y="835500"/>
            <a:ext cx="3677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b) Complete the table of values and graph this geometric sequence with a common ratio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22"/>
          <p:cNvGraphicFramePr/>
          <p:nvPr/>
        </p:nvGraphicFramePr>
        <p:xfrm>
          <a:off x="562142" y="1687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367125"/>
                <a:gridCol w="642150"/>
                <a:gridCol w="642150"/>
                <a:gridCol w="642150"/>
                <a:gridCol w="642150"/>
                <a:gridCol w="642150"/>
              </a:tblGrid>
              <a:tr h="303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2"/>
          <p:cNvSpPr/>
          <p:nvPr/>
        </p:nvSpPr>
        <p:spPr>
          <a:xfrm flipH="1" rot="10800000">
            <a:off x="1272245" y="2159210"/>
            <a:ext cx="5769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930912" y="3882210"/>
            <a:ext cx="16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961643" y="873117"/>
            <a:ext cx="21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149851" y="4028818"/>
            <a:ext cx="340200" cy="16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76400" y="3575708"/>
            <a:ext cx="393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2}{3}&quot;&gt;&lt;mo&gt;×&lt;/mo&gt;&lt;mfrac&gt;&lt;mn&gt;2&lt;/mn&gt;&lt;mn&gt;3&lt;/mn&gt;&lt;/mfrac&gt;&lt;/math&gt;" id="220" name="Google Shape;220;p22" title="times 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2760" y="2476907"/>
            <a:ext cx="204315" cy="315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5-01-2024/fff191bc-b0b7-4f0f-9484-bb1aa3828db8&quot; data-equatio-type=&quot;desmos&quot;&gt;&lt;mglyph src=&quot;https://equatio-api.texthelp.com/desmos/get/15-01-2024/fff191bc-b0b7-4f0f-9484-bb1aa3828db8&quot; alt=&quot;Equatio Desmos Graph&quot;/&gt;&lt;/math&gt;" id="221" name="Google Shape;221;p22" title="Equatio Desmos Graph"/>
          <p:cNvPicPr preferRelativeResize="0"/>
          <p:nvPr/>
        </p:nvPicPr>
        <p:blipFill rotWithShape="1">
          <a:blip r:embed="rId6">
            <a:alphaModFix/>
          </a:blip>
          <a:srcRect b="0" l="6331" r="56747" t="0"/>
          <a:stretch/>
        </p:blipFill>
        <p:spPr>
          <a:xfrm>
            <a:off x="5138125" y="5229850"/>
            <a:ext cx="1728700" cy="351173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476400" y="5178900"/>
            <a:ext cx="367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of values and graph this geometric sequence with a common ratio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−1.5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6930912" y="6777810"/>
            <a:ext cx="16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023921" y="5188304"/>
            <a:ext cx="211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023925" y="8602691"/>
            <a:ext cx="365100" cy="17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76400" y="7919108"/>
            <a:ext cx="3932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coordinates as accurately as you can.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2"/>
          <p:cNvGraphicFramePr/>
          <p:nvPr/>
        </p:nvGraphicFramePr>
        <p:xfrm>
          <a:off x="484204" y="5937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{B30B6558-70AD-416B-82D3-9BA50E9138BC}</a:tableStyleId>
              </a:tblPr>
              <a:tblGrid>
                <a:gridCol w="256475"/>
                <a:gridCol w="502300"/>
                <a:gridCol w="502300"/>
                <a:gridCol w="502300"/>
                <a:gridCol w="502300"/>
                <a:gridCol w="502300"/>
                <a:gridCol w="502300"/>
                <a:gridCol w="502300"/>
                <a:gridCol w="502300"/>
              </a:tblGrid>
              <a:tr h="38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2.56</a:t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22"/>
          <p:cNvSpPr/>
          <p:nvPr/>
        </p:nvSpPr>
        <p:spPr>
          <a:xfrm flipH="1" rot="10800000">
            <a:off x="970944" y="6650124"/>
            <a:ext cx="516300" cy="293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7B7D"/>
              </a:solidFill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970943" y="6938014"/>
            <a:ext cx="451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×−1.5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0" name="Google Shape;230;p22"/>
          <p:cNvCxnSpPr/>
          <p:nvPr/>
        </p:nvCxnSpPr>
        <p:spPr>
          <a:xfrm>
            <a:off x="474757" y="96251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Industry,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