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B05321-CB32-4977-8B4F-D46A4B4C7258}">
  <a:tblStyle styleId="{0EB05321-CB32-4977-8B4F-D46A4B4C72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Extrapolating a sequence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2" y="1258850"/>
            <a:ext cx="62502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Other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552600" y="1736567"/>
            <a:ext cx="63405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of the starting two terms, continue the sequence in three different ways. Explain the rule you have used for each way.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552600" y="2311538"/>
            <a:ext cx="32697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2, 6,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−1, 5,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3982450" y="2311549"/>
            <a:ext cx="33120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8, 3,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11, 13,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52600" y="4340700"/>
            <a:ext cx="56478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of these sequences, suggest what the next two terms might be. Explain your reasoning.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52600" y="4874568"/>
            <a:ext cx="3269700" cy="23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2, 3, 8,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31, 29, 31,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3, 20, 190,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2, 4, 16,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8, 5, 4, 9,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" name="Google Shape;167;p20"/>
          <p:cNvCxnSpPr/>
          <p:nvPr/>
        </p:nvCxnSpPr>
        <p:spPr>
          <a:xfrm>
            <a:off x="505507" y="99430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Extrapolating a sequence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468000" y="1182700"/>
            <a:ext cx="66336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this table to investigate patterns found when points around a circle are joined with straight lines.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5881673" y="3032025"/>
            <a:ext cx="1029600" cy="1020600"/>
          </a:xfrm>
          <a:prstGeom prst="chord">
            <a:avLst>
              <a:gd fmla="val 20499709" name="adj1"/>
              <a:gd fmla="val 10151581" name="adj2"/>
            </a:avLst>
          </a:prstGeom>
          <a:solidFill>
            <a:srgbClr val="F3EEFB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5881673" y="3032025"/>
            <a:ext cx="1029600" cy="1020600"/>
          </a:xfrm>
          <a:prstGeom prst="chord">
            <a:avLst>
              <a:gd fmla="val 10104555" name="adj1"/>
              <a:gd fmla="val 20477523" name="adj2"/>
            </a:avLst>
          </a:prstGeom>
          <a:solidFill>
            <a:srgbClr val="E6F2F2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881667" y="3032025"/>
            <a:ext cx="1029600" cy="1020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4482200" y="3032025"/>
            <a:ext cx="1029600" cy="10206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4425743" y="3536430"/>
            <a:ext cx="22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833357" y="3536430"/>
            <a:ext cx="22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6819196" y="3272438"/>
            <a:ext cx="22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1"/>
          <p:cNvCxnSpPr/>
          <p:nvPr/>
        </p:nvCxnSpPr>
        <p:spPr>
          <a:xfrm flipH="1">
            <a:off x="5909589" y="3380865"/>
            <a:ext cx="978300" cy="265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21"/>
          <p:cNvSpPr txBox="1"/>
          <p:nvPr/>
        </p:nvSpPr>
        <p:spPr>
          <a:xfrm>
            <a:off x="482350" y="3015213"/>
            <a:ext cx="51111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table for 2 points.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91150" y="3928215"/>
            <a:ext cx="40548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Fill in the table for 3 points and 4 points.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Describe any patterns you notice.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937765" y="3456267"/>
            <a:ext cx="120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76400" y="649250"/>
            <a:ext cx="66105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Extrapolating a sequence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4332750" y="4172638"/>
            <a:ext cx="1050300" cy="10410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439026" y="4977350"/>
            <a:ext cx="1731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313137" y="4750879"/>
            <a:ext cx="1731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4659221" y="4111377"/>
            <a:ext cx="1731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878060" y="4196208"/>
            <a:ext cx="1050300" cy="10410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821408" y="4655643"/>
            <a:ext cx="1731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6882328" y="4655636"/>
            <a:ext cx="1731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6348126" y="4106008"/>
            <a:ext cx="1104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6348126" y="5158103"/>
            <a:ext cx="1104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91150" y="5277310"/>
            <a:ext cx="6131700" cy="22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Make a prediction for what the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column will look like.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Use the circle given to fill in the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Were you correct, have any of your patterns changed?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878738" y="5465153"/>
            <a:ext cx="1087800" cy="1087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845844" y="5762653"/>
            <a:ext cx="1794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6691049" y="6364350"/>
            <a:ext cx="1794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365430" y="5381600"/>
            <a:ext cx="114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045635" y="6371448"/>
            <a:ext cx="114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6891909" y="5769913"/>
            <a:ext cx="114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5" name="Google Shape;205;p21"/>
          <p:cNvGraphicFramePr/>
          <p:nvPr/>
        </p:nvGraphicFramePr>
        <p:xfrm>
          <a:off x="491100" y="1681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{0EB05321-CB32-4977-8B4F-D46A4B4C7258}</a:tableStyleId>
              </a:tblPr>
              <a:tblGrid>
                <a:gridCol w="2418900"/>
                <a:gridCol w="698600"/>
                <a:gridCol w="698600"/>
                <a:gridCol w="698600"/>
                <a:gridCol w="698600"/>
                <a:gridCol w="698600"/>
                <a:gridCol w="698600"/>
              </a:tblGrid>
              <a:tr h="31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points on the circle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lines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intersections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regions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" name="Google Shape;206;p21"/>
          <p:cNvSpPr txBox="1"/>
          <p:nvPr/>
        </p:nvSpPr>
        <p:spPr>
          <a:xfrm>
            <a:off x="468000" y="6777126"/>
            <a:ext cx="6550800" cy="21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Make a prediction for what the 6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column will look like.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Use the circle given to fill in the 6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column.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Were you correct? Write a sentence explaining what you have found: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905238" y="6839475"/>
            <a:ext cx="1126800" cy="1126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926400" y="7035661"/>
            <a:ext cx="1860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904413" y="7590950"/>
            <a:ext cx="1860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6409387" y="6752926"/>
            <a:ext cx="1185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923952" y="7596491"/>
            <a:ext cx="1185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6895996" y="7037657"/>
            <a:ext cx="1185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6409387" y="7869266"/>
            <a:ext cx="1185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91100" y="8824525"/>
            <a:ext cx="66105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j) Do you think you have found any patterns which will continue? Write a sentence explaining why.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