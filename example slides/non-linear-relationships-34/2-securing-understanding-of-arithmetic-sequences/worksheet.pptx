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ef67ad9c85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ef67ad9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Reviewing the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76400" y="1673700"/>
            <a:ext cx="4206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 of these sequences.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2085305"/>
            <a:ext cx="3083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19, 27, 35, 43,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2621177"/>
            <a:ext cx="28332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12, 20, 28, 36,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6400" y="3157050"/>
            <a:ext cx="2397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11, 7, 3, −1, −5,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6400" y="3692922"/>
            <a:ext cx="27555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1.1, 1.9, 2.7, 3.5, 4.3,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76400" y="4228794"/>
            <a:ext cx="2337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11},\frac{7}{11},\frac{10}{11},\frac{13}{11},\frac{16}{11},\ ...&quot;&gt;&lt;mfrac&gt;&lt;mn&gt;4&lt;/mn&gt;&lt;mn&gt;11&lt;/mn&gt;&lt;/mfrac&gt;&lt;mo&gt;,&lt;/mo&gt;&lt;mfrac&gt;&lt;mn&gt;7&lt;/mn&gt;&lt;mn&gt;11&lt;/mn&gt;&lt;/mfrac&gt;&lt;mo&gt;,&lt;/mo&gt;&lt;mfrac&gt;&lt;mn&gt;10&lt;/mn&gt;&lt;mn&gt;11&lt;/mn&gt;&lt;/mfrac&gt;&lt;mo&gt;,&lt;/mo&gt;&lt;mfrac&gt;&lt;mn&gt;13&lt;/mn&gt;&lt;mn&gt;11&lt;/mn&gt;&lt;/mfrac&gt;&lt;mo&gt;,&lt;/mo&gt;&lt;mfrac&gt;&lt;mn&gt;16&lt;/mn&gt;&lt;mn&gt;11&lt;/mn&gt;&lt;/mfrac&gt;&lt;mo&gt;,&lt;/mo&gt;&lt;mtext&gt;&lt;/mtext&gt;&lt;mo&gt;.&lt;/mo&gt;&lt;mo&gt;.&lt;/mo&gt;&lt;mo&gt;.&lt;/mo&gt;&lt;/math&gt;" id="168" name="Google Shape;168;p20" title="4 over 11 comma 7 over 11 comma 10 over 11 comma 13 over 11 comma 16 over 11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677" y="4220849"/>
            <a:ext cx="1678735" cy="345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0"/>
          <p:cNvCxnSpPr/>
          <p:nvPr/>
        </p:nvCxnSpPr>
        <p:spPr>
          <a:xfrm>
            <a:off x="474757" y="9921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20"/>
          <p:cNvSpPr txBox="1"/>
          <p:nvPr/>
        </p:nvSpPr>
        <p:spPr>
          <a:xfrm>
            <a:off x="475803" y="5497962"/>
            <a:ext cx="66162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sequence: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(i) find the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(ii)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term,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(iii) identify if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in the sequence and if so, its position.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5798" y="5087975"/>
            <a:ext cx="63087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 Using the </a:t>
            </a:r>
            <a:r>
              <a:rPr b="1" i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73703" y="6838376"/>
            <a:ext cx="2623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−10, −7, −4, −1, 3,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3700" y="7828676"/>
            <a:ext cx="3049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999, 996, 993, 990, 987,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3700" y="8827463"/>
            <a:ext cx="3049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8.4, 8.8, 9.2, 9.6, …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" name="Google Shape;175;p20"/>
          <p:cNvCxnSpPr/>
          <p:nvPr/>
        </p:nvCxnSpPr>
        <p:spPr>
          <a:xfrm>
            <a:off x="474757" y="4968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181" name="Google Shape;181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476200" y="606900"/>
            <a:ext cx="63594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Assuming each pattern continues to grow the same way, will we see one with exactly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circles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473700" y="1291538"/>
            <a:ext cx="3396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73700" y="2347846"/>
            <a:ext cx="394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73700" y="3327953"/>
            <a:ext cx="3948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775762" y="38638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775762" y="37014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775762" y="35390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914143" y="35144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947262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1086826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947262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086826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1271927" y="38638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1271927" y="37014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1271927" y="35390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>
            <a:off x="2987511" y="38638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2987511" y="37014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2987511" y="35390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3125892" y="35144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3159010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3298575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3159010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3298575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3447600" y="35144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3480719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3620284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3480719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3620284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4121771" y="38638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4121771" y="37014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4121771" y="35390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3763987" y="35144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3797105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3936670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3797105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3936670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1740889" y="38638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1740889" y="37014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1740889" y="35390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1879270" y="35144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1912388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2051953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1912388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2051953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/>
          <p:nvPr/>
        </p:nvSpPr>
        <p:spPr>
          <a:xfrm>
            <a:off x="2200979" y="3514431"/>
            <a:ext cx="319200" cy="472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2234097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2373662" y="3380314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2234097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2373662" y="401803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2550484" y="3863876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2550484" y="3701468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550484" y="3539061"/>
            <a:ext cx="105600" cy="1083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768760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952454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1139261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1322954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1502756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1986108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2169801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2356608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2540302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2720104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1986108" y="14453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2169801" y="14453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2356608" y="14453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3150527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3334221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3521028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3704721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3884523" y="1604147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3150527" y="14453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3334221" y="14453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3521028" y="1445361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3150527" y="1286575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1"/>
          <p:cNvSpPr/>
          <p:nvPr/>
        </p:nvSpPr>
        <p:spPr>
          <a:xfrm>
            <a:off x="3334221" y="1286575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/>
          <p:nvPr/>
        </p:nvSpPr>
        <p:spPr>
          <a:xfrm>
            <a:off x="3521028" y="1286575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948560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1132254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/>
          <p:nvPr/>
        </p:nvSpPr>
        <p:spPr>
          <a:xfrm>
            <a:off x="1305829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/>
          <p:nvPr/>
        </p:nvSpPr>
        <p:spPr>
          <a:xfrm>
            <a:off x="948560" y="25010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/>
          <p:nvPr/>
        </p:nvSpPr>
        <p:spPr>
          <a:xfrm>
            <a:off x="1132254" y="25010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948560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/>
          <p:nvPr/>
        </p:nvSpPr>
        <p:spPr>
          <a:xfrm>
            <a:off x="1132254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1"/>
          <p:cNvSpPr/>
          <p:nvPr/>
        </p:nvSpPr>
        <p:spPr>
          <a:xfrm>
            <a:off x="786471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/>
          <p:nvPr/>
        </p:nvSpPr>
        <p:spPr>
          <a:xfrm>
            <a:off x="2112980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2296673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1"/>
          <p:cNvSpPr/>
          <p:nvPr/>
        </p:nvSpPr>
        <p:spPr>
          <a:xfrm>
            <a:off x="2470248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1"/>
          <p:cNvSpPr/>
          <p:nvPr/>
        </p:nvSpPr>
        <p:spPr>
          <a:xfrm>
            <a:off x="2112980" y="25010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2296673" y="25010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2112980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2296673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1950891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1792106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2629033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3542040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3725734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3899309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1"/>
          <p:cNvSpPr/>
          <p:nvPr/>
        </p:nvSpPr>
        <p:spPr>
          <a:xfrm>
            <a:off x="3542040" y="25010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3725734" y="250108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3542040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3725734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3379951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3221167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4058093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3062382" y="2666488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4216877" y="2332376"/>
            <a:ext cx="139200" cy="140700"/>
          </a:xfrm>
          <a:prstGeom prst="ellipse">
            <a:avLst/>
          </a:prstGeom>
          <a:solidFill>
            <a:srgbClr val="59595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 txBox="1"/>
          <p:nvPr/>
        </p:nvSpPr>
        <p:spPr>
          <a:xfrm>
            <a:off x="1691048" y="1556185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2915401" y="1556185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4079825" y="1556185"/>
            <a:ext cx="258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1426407" y="2601986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2650760" y="2601986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4026897" y="2601986"/>
            <a:ext cx="258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426407" y="3889159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703688" y="3889159"/>
            <a:ext cx="1392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291538" y="3889159"/>
            <a:ext cx="258300" cy="2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7" name="Google Shape;297;p21"/>
          <p:cNvCxnSpPr/>
          <p:nvPr/>
        </p:nvCxnSpPr>
        <p:spPr>
          <a:xfrm>
            <a:off x="474757" y="99215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21"/>
          <p:cNvSpPr txBox="1"/>
          <p:nvPr/>
        </p:nvSpPr>
        <p:spPr>
          <a:xfrm>
            <a:off x="476400" y="4911610"/>
            <a:ext cx="58221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first five terms of these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76424" y="4554575"/>
            <a:ext cx="6610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Generalising finding the </a:t>
            </a:r>
            <a:r>
              <a:rPr b="1"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baseline="30000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9460" y="5303178"/>
            <a:ext cx="1607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+ 4(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79460" y="6006560"/>
            <a:ext cx="1607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+ 5(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79460" y="6709943"/>
            <a:ext cx="1607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4 − 5(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76400" y="7227725"/>
            <a:ext cx="38775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Hint: They are written in the form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d(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first term and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the common difference.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9" name="Google Shape;309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arithmetic sequences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2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476400" y="683100"/>
            <a:ext cx="6610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two different generalisations for each of these arithmetic sequences: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2"/>
          <p:cNvSpPr txBox="1"/>
          <p:nvPr/>
        </p:nvSpPr>
        <p:spPr>
          <a:xfrm>
            <a:off x="480016" y="1056141"/>
            <a:ext cx="2933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10, 13, 16, 19,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4139999" y="1107150"/>
            <a:ext cx="29334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7, −3, −13, −23, −33,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2"/>
          <p:cNvSpPr txBox="1"/>
          <p:nvPr/>
        </p:nvSpPr>
        <p:spPr>
          <a:xfrm>
            <a:off x="480016" y="2195505"/>
            <a:ext cx="35508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0.7, 0.95, 1.2, 1.45, 1.7, …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4137625" y="2316402"/>
            <a:ext cx="29334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,\frac{5}{7},\frac{9}{7},\frac{13}{7},\frac{17}{7},\ ...&quot;&gt;&lt;mfrac&gt;&lt;mn&gt;1&lt;/mn&gt;&lt;mn&gt;7&lt;/mn&gt;&lt;/mfrac&gt;&lt;mo&gt;,&lt;/mo&gt;&lt;mfrac&gt;&lt;mn&gt;5&lt;/mn&gt;&lt;mn&gt;7&lt;/mn&gt;&lt;/mfrac&gt;&lt;mo&gt;,&lt;/mo&gt;&lt;mfrac&gt;&lt;mn&gt;9&lt;/mn&gt;&lt;mn&gt;7&lt;/mn&gt;&lt;/mfrac&gt;&lt;mo&gt;,&lt;/mo&gt;&lt;mfrac&gt;&lt;mn&gt;13&lt;/mn&gt;&lt;mn&gt;7&lt;/mn&gt;&lt;/mfrac&gt;&lt;mo&gt;,&lt;/mo&gt;&lt;mfrac&gt;&lt;mn&gt;17&lt;/mn&gt;&lt;mn&gt;7&lt;/mn&gt;&lt;/mfrac&gt;&lt;mo&gt;,&lt;/mo&gt;&lt;mtext&gt;&lt;/mtext&gt;&lt;mo&gt;.&lt;/mo&gt;&lt;mo&gt;.&lt;/mo&gt;&lt;mo&gt;.&lt;/mo&gt;&lt;/math&gt;" id="317" name="Google Shape;317;p22" title="one seventh comma five sevenths comma nine sevenths comma thirteen sevenths comma seventeen sevenths comma period period perio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25" y="2271700"/>
            <a:ext cx="1490532" cy="35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 txBox="1"/>
          <p:nvPr/>
        </p:nvSpPr>
        <p:spPr>
          <a:xfrm>
            <a:off x="476400" y="3731100"/>
            <a:ext cx="4169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For the sequence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 + 7(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− 1)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2"/>
          <p:cNvSpPr txBox="1"/>
          <p:nvPr/>
        </p:nvSpPr>
        <p:spPr>
          <a:xfrm>
            <a:off x="479874" y="4312948"/>
            <a:ext cx="3698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Find the first five terms.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479874" y="5065983"/>
            <a:ext cx="3698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</a:t>
            </a:r>
            <a:r>
              <a:rPr baseline="30000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term.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479874" y="5918750"/>
            <a:ext cx="66069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Find the position of the term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388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sequence.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